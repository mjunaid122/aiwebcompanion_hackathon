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72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1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4.svg"/><Relationship Id="rId5" Type="http://schemas.openxmlformats.org/officeDocument/2006/relationships/image" Target="../media/image6.png"/><Relationship Id="rId10" Type="http://schemas.openxmlformats.org/officeDocument/2006/relationships/image" Target="../media/image28.svg"/><Relationship Id="rId4" Type="http://schemas.openxmlformats.org/officeDocument/2006/relationships/image" Target="../media/image23.svg"/><Relationship Id="rId9" Type="http://schemas.openxmlformats.org/officeDocument/2006/relationships/image" Target="../media/image27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33.png"/><Relationship Id="rId7" Type="http://schemas.openxmlformats.org/officeDocument/2006/relationships/image" Target="../media/image45.png"/><Relationship Id="rId12" Type="http://schemas.openxmlformats.org/officeDocument/2006/relationships/image" Target="../media/image48.sv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4.svg"/><Relationship Id="rId11" Type="http://schemas.openxmlformats.org/officeDocument/2006/relationships/image" Target="../media/image47.png"/><Relationship Id="rId5" Type="http://schemas.openxmlformats.org/officeDocument/2006/relationships/image" Target="../media/image43.png"/><Relationship Id="rId10" Type="http://schemas.openxmlformats.org/officeDocument/2006/relationships/image" Target="../media/image42.svg"/><Relationship Id="rId4" Type="http://schemas.openxmlformats.org/officeDocument/2006/relationships/image" Target="../media/image34.svg"/><Relationship Id="rId9" Type="http://schemas.openxmlformats.org/officeDocument/2006/relationships/image" Target="../media/image41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42.sv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58.svg"/><Relationship Id="rId11" Type="http://schemas.openxmlformats.org/officeDocument/2006/relationships/image" Target="../media/image41.pn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4.svg"/><Relationship Id="rId5" Type="http://schemas.openxmlformats.org/officeDocument/2006/relationships/image" Target="../media/image6.png"/><Relationship Id="rId10" Type="http://schemas.openxmlformats.org/officeDocument/2006/relationships/image" Target="../media/image28.svg"/><Relationship Id="rId4" Type="http://schemas.openxmlformats.org/officeDocument/2006/relationships/image" Target="../media/image23.svg"/><Relationship Id="rId9" Type="http://schemas.openxmlformats.org/officeDocument/2006/relationships/image" Target="../media/image27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33.png"/><Relationship Id="rId7" Type="http://schemas.openxmlformats.org/officeDocument/2006/relationships/image" Target="../media/image45.png"/><Relationship Id="rId12" Type="http://schemas.openxmlformats.org/officeDocument/2006/relationships/image" Target="../media/image48.sv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4.svg"/><Relationship Id="rId11" Type="http://schemas.openxmlformats.org/officeDocument/2006/relationships/image" Target="../media/image47.png"/><Relationship Id="rId5" Type="http://schemas.openxmlformats.org/officeDocument/2006/relationships/image" Target="../media/image43.png"/><Relationship Id="rId10" Type="http://schemas.openxmlformats.org/officeDocument/2006/relationships/image" Target="../media/image42.svg"/><Relationship Id="rId4" Type="http://schemas.openxmlformats.org/officeDocument/2006/relationships/image" Target="../media/image34.svg"/><Relationship Id="rId9" Type="http://schemas.openxmlformats.org/officeDocument/2006/relationships/image" Target="../media/image41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42.sv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58.svg"/><Relationship Id="rId11" Type="http://schemas.openxmlformats.org/officeDocument/2006/relationships/image" Target="../media/image41.pn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F681B6-2D57-4AA0-A9A2-FD5B995CD6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CF435E-D8F9-4595-B62C-D4519941C001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/>
            <a:t>This project is a web-based AI companion designed to support both mental wellness and physical fitness.</a:t>
          </a:r>
        </a:p>
      </dgm:t>
    </dgm:pt>
    <dgm:pt modelId="{F7222EF5-1E41-4E95-BFF0-0F6739B32606}" type="parTrans" cxnId="{EDDC35C8-13A3-4FCD-B83D-6B2DF6BFB7D9}">
      <dgm:prSet/>
      <dgm:spPr/>
      <dgm:t>
        <a:bodyPr/>
        <a:lstStyle/>
        <a:p>
          <a:pPr algn="just"/>
          <a:endParaRPr lang="en-US"/>
        </a:p>
      </dgm:t>
    </dgm:pt>
    <dgm:pt modelId="{C9823647-2408-4B19-B172-9CE1AF2E5DA0}" type="sibTrans" cxnId="{EDDC35C8-13A3-4FCD-B83D-6B2DF6BFB7D9}">
      <dgm:prSet/>
      <dgm:spPr/>
      <dgm:t>
        <a:bodyPr/>
        <a:lstStyle/>
        <a:p>
          <a:pPr algn="just"/>
          <a:endParaRPr lang="en-US"/>
        </a:p>
      </dgm:t>
    </dgm:pt>
    <dgm:pt modelId="{D31E842D-F78C-4567-BCFD-3E4A36E4A550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/>
            <a:t>Users can share their mood, stress level, or daily feelings, and the system responds with supportive messages, mindfulness tips, and simple coping strategies.</a:t>
          </a:r>
        </a:p>
      </dgm:t>
    </dgm:pt>
    <dgm:pt modelId="{5D8660D1-B30E-4AD2-AA8E-029468348F94}" type="parTrans" cxnId="{2797334E-7E81-4062-9308-97F6531778C9}">
      <dgm:prSet/>
      <dgm:spPr/>
      <dgm:t>
        <a:bodyPr/>
        <a:lstStyle/>
        <a:p>
          <a:pPr algn="just"/>
          <a:endParaRPr lang="en-US"/>
        </a:p>
      </dgm:t>
    </dgm:pt>
    <dgm:pt modelId="{0F87249B-B05A-4C55-ADED-A2831A29589A}" type="sibTrans" cxnId="{2797334E-7E81-4062-9308-97F6531778C9}">
      <dgm:prSet/>
      <dgm:spPr/>
      <dgm:t>
        <a:bodyPr/>
        <a:lstStyle/>
        <a:p>
          <a:pPr algn="just"/>
          <a:endParaRPr lang="en-US"/>
        </a:p>
      </dgm:t>
    </dgm:pt>
    <dgm:pt modelId="{B79E8E7D-66CA-488C-9388-44694BDAFD7D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/>
            <a:t>At the same time, the AI generates personalized workout and activity plans based on the user’s age, goals, and daily routine.</a:t>
          </a:r>
        </a:p>
      </dgm:t>
    </dgm:pt>
    <dgm:pt modelId="{6AC8B820-7B6D-4E47-9FC9-FA88ED7AB6B4}" type="parTrans" cxnId="{4663AA53-C61A-4E09-AB5B-82A76CE2009D}">
      <dgm:prSet/>
      <dgm:spPr/>
      <dgm:t>
        <a:bodyPr/>
        <a:lstStyle/>
        <a:p>
          <a:pPr algn="just"/>
          <a:endParaRPr lang="en-US"/>
        </a:p>
      </dgm:t>
    </dgm:pt>
    <dgm:pt modelId="{9107EC8D-71E7-43CA-948A-7C7389DDB82D}" type="sibTrans" cxnId="{4663AA53-C61A-4E09-AB5B-82A76CE2009D}">
      <dgm:prSet/>
      <dgm:spPr/>
      <dgm:t>
        <a:bodyPr/>
        <a:lstStyle/>
        <a:p>
          <a:pPr algn="just"/>
          <a:endParaRPr lang="en-US"/>
        </a:p>
      </dgm:t>
    </dgm:pt>
    <dgm:pt modelId="{DC01F77A-734B-404B-AA64-539BF43E50D9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/>
            <a:t>The entire system focuses on non-medical, safe, wellness-oriented guidance, presented in a clean and easy-to-use web interface.</a:t>
          </a:r>
        </a:p>
      </dgm:t>
    </dgm:pt>
    <dgm:pt modelId="{0C7BC5E3-A731-442D-BA39-F4F283241E67}" type="parTrans" cxnId="{9ADF0917-2D8C-4498-B1C6-CDAB703A4A23}">
      <dgm:prSet/>
      <dgm:spPr/>
      <dgm:t>
        <a:bodyPr/>
        <a:lstStyle/>
        <a:p>
          <a:pPr algn="just"/>
          <a:endParaRPr lang="en-US"/>
        </a:p>
      </dgm:t>
    </dgm:pt>
    <dgm:pt modelId="{6129F37A-09C4-4D27-BE4C-5A845865A3D5}" type="sibTrans" cxnId="{9ADF0917-2D8C-4498-B1C6-CDAB703A4A23}">
      <dgm:prSet/>
      <dgm:spPr/>
      <dgm:t>
        <a:bodyPr/>
        <a:lstStyle/>
        <a:p>
          <a:pPr algn="just"/>
          <a:endParaRPr lang="en-US"/>
        </a:p>
      </dgm:t>
    </dgm:pt>
    <dgm:pt modelId="{B924801B-62A5-4E2C-ADD1-BB1EA810E688}" type="pres">
      <dgm:prSet presAssocID="{BCF681B6-2D57-4AA0-A9A2-FD5B995CD604}" presName="root" presStyleCnt="0">
        <dgm:presLayoutVars>
          <dgm:dir/>
          <dgm:resizeHandles val="exact"/>
        </dgm:presLayoutVars>
      </dgm:prSet>
      <dgm:spPr/>
    </dgm:pt>
    <dgm:pt modelId="{D2C7F818-7FC5-4001-90E9-6D8633D39F8C}" type="pres">
      <dgm:prSet presAssocID="{64CF435E-D8F9-4595-B62C-D4519941C001}" presName="compNode" presStyleCnt="0"/>
      <dgm:spPr/>
    </dgm:pt>
    <dgm:pt modelId="{BE8B6694-F8D2-4E8B-99FB-A9D72307A264}" type="pres">
      <dgm:prSet presAssocID="{64CF435E-D8F9-4595-B62C-D4519941C001}" presName="bgRect" presStyleLbl="bgShp" presStyleIdx="0" presStyleCnt="4"/>
      <dgm:spPr/>
    </dgm:pt>
    <dgm:pt modelId="{9DA0CF91-9FC2-4717-9DE1-36B4F4A8CFBE}" type="pres">
      <dgm:prSet presAssocID="{64CF435E-D8F9-4595-B62C-D4519941C00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D537DD1-1172-4046-A038-44AB7113C60D}" type="pres">
      <dgm:prSet presAssocID="{64CF435E-D8F9-4595-B62C-D4519941C001}" presName="spaceRect" presStyleCnt="0"/>
      <dgm:spPr/>
    </dgm:pt>
    <dgm:pt modelId="{C34D3ADF-C0CD-4DC1-A8E2-A4937F2CEF6B}" type="pres">
      <dgm:prSet presAssocID="{64CF435E-D8F9-4595-B62C-D4519941C001}" presName="parTx" presStyleLbl="revTx" presStyleIdx="0" presStyleCnt="4">
        <dgm:presLayoutVars>
          <dgm:chMax val="0"/>
          <dgm:chPref val="0"/>
        </dgm:presLayoutVars>
      </dgm:prSet>
      <dgm:spPr/>
    </dgm:pt>
    <dgm:pt modelId="{9FC7373A-AB36-4E68-B362-6038C15869BA}" type="pres">
      <dgm:prSet presAssocID="{C9823647-2408-4B19-B172-9CE1AF2E5DA0}" presName="sibTrans" presStyleCnt="0"/>
      <dgm:spPr/>
    </dgm:pt>
    <dgm:pt modelId="{9E72F767-0497-494F-977E-14DD81D2DBC0}" type="pres">
      <dgm:prSet presAssocID="{D31E842D-F78C-4567-BCFD-3E4A36E4A550}" presName="compNode" presStyleCnt="0"/>
      <dgm:spPr/>
    </dgm:pt>
    <dgm:pt modelId="{131EAD20-4B28-4E5B-96D4-6AEE27C8C71C}" type="pres">
      <dgm:prSet presAssocID="{D31E842D-F78C-4567-BCFD-3E4A36E4A550}" presName="bgRect" presStyleLbl="bgShp" presStyleIdx="1" presStyleCnt="4"/>
      <dgm:spPr/>
    </dgm:pt>
    <dgm:pt modelId="{84DF9A8C-CB8D-48C7-A9E8-1264B558958C}" type="pres">
      <dgm:prSet presAssocID="{D31E842D-F78C-4567-BCFD-3E4A36E4A5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rvous Face with Solid Fill"/>
        </a:ext>
      </dgm:extLst>
    </dgm:pt>
    <dgm:pt modelId="{42537CAC-CE3F-4490-BBA7-B5C68EA7EF0F}" type="pres">
      <dgm:prSet presAssocID="{D31E842D-F78C-4567-BCFD-3E4A36E4A550}" presName="spaceRect" presStyleCnt="0"/>
      <dgm:spPr/>
    </dgm:pt>
    <dgm:pt modelId="{4916F5B7-69AB-4E91-8ED6-7F2F236E3012}" type="pres">
      <dgm:prSet presAssocID="{D31E842D-F78C-4567-BCFD-3E4A36E4A550}" presName="parTx" presStyleLbl="revTx" presStyleIdx="1" presStyleCnt="4">
        <dgm:presLayoutVars>
          <dgm:chMax val="0"/>
          <dgm:chPref val="0"/>
        </dgm:presLayoutVars>
      </dgm:prSet>
      <dgm:spPr/>
    </dgm:pt>
    <dgm:pt modelId="{0B0CC7A0-7812-4530-8EED-7E7E70DC35E6}" type="pres">
      <dgm:prSet presAssocID="{0F87249B-B05A-4C55-ADED-A2831A29589A}" presName="sibTrans" presStyleCnt="0"/>
      <dgm:spPr/>
    </dgm:pt>
    <dgm:pt modelId="{F7D9B379-3B7E-4789-B783-0E0AE073544F}" type="pres">
      <dgm:prSet presAssocID="{B79E8E7D-66CA-488C-9388-44694BDAFD7D}" presName="compNode" presStyleCnt="0"/>
      <dgm:spPr/>
    </dgm:pt>
    <dgm:pt modelId="{2616AD3C-6DA8-41EC-8363-B7FD4491A038}" type="pres">
      <dgm:prSet presAssocID="{B79E8E7D-66CA-488C-9388-44694BDAFD7D}" presName="bgRect" presStyleLbl="bgShp" presStyleIdx="2" presStyleCnt="4"/>
      <dgm:spPr/>
    </dgm:pt>
    <dgm:pt modelId="{DBB900DF-314C-41BD-A51F-071BCFFE1DB8}" type="pres">
      <dgm:prSet presAssocID="{B79E8E7D-66CA-488C-9388-44694BDAFD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F8232578-FFAD-4933-8B1D-CD9E2E840D70}" type="pres">
      <dgm:prSet presAssocID="{B79E8E7D-66CA-488C-9388-44694BDAFD7D}" presName="spaceRect" presStyleCnt="0"/>
      <dgm:spPr/>
    </dgm:pt>
    <dgm:pt modelId="{24C403F1-3E45-4B61-A0A9-E0DED598C496}" type="pres">
      <dgm:prSet presAssocID="{B79E8E7D-66CA-488C-9388-44694BDAFD7D}" presName="parTx" presStyleLbl="revTx" presStyleIdx="2" presStyleCnt="4">
        <dgm:presLayoutVars>
          <dgm:chMax val="0"/>
          <dgm:chPref val="0"/>
        </dgm:presLayoutVars>
      </dgm:prSet>
      <dgm:spPr/>
    </dgm:pt>
    <dgm:pt modelId="{72F5CD57-AC25-487B-9DA8-3FB53A8567F7}" type="pres">
      <dgm:prSet presAssocID="{9107EC8D-71E7-43CA-948A-7C7389DDB82D}" presName="sibTrans" presStyleCnt="0"/>
      <dgm:spPr/>
    </dgm:pt>
    <dgm:pt modelId="{EC80170B-60BD-493A-9320-A1669BF43448}" type="pres">
      <dgm:prSet presAssocID="{DC01F77A-734B-404B-AA64-539BF43E50D9}" presName="compNode" presStyleCnt="0"/>
      <dgm:spPr/>
    </dgm:pt>
    <dgm:pt modelId="{D5E4FC38-3055-4797-8606-3ADF4D14CAE8}" type="pres">
      <dgm:prSet presAssocID="{DC01F77A-734B-404B-AA64-539BF43E50D9}" presName="bgRect" presStyleLbl="bgShp" presStyleIdx="3" presStyleCnt="4"/>
      <dgm:spPr/>
    </dgm:pt>
    <dgm:pt modelId="{1E2C3F8C-E258-4064-B019-FA0BD408E15C}" type="pres">
      <dgm:prSet presAssocID="{DC01F77A-734B-404B-AA64-539BF43E50D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CC6FE9DC-705C-4100-9B0A-F1EF582ECD85}" type="pres">
      <dgm:prSet presAssocID="{DC01F77A-734B-404B-AA64-539BF43E50D9}" presName="spaceRect" presStyleCnt="0"/>
      <dgm:spPr/>
    </dgm:pt>
    <dgm:pt modelId="{6AAC58F6-6C09-4E61-90BD-742AA58280DD}" type="pres">
      <dgm:prSet presAssocID="{DC01F77A-734B-404B-AA64-539BF43E50D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8E9CD04-2C1A-4956-9160-559919FFBD86}" type="presOf" srcId="{D31E842D-F78C-4567-BCFD-3E4A36E4A550}" destId="{4916F5B7-69AB-4E91-8ED6-7F2F236E3012}" srcOrd="0" destOrd="0" presId="urn:microsoft.com/office/officeart/2018/2/layout/IconVerticalSolidList"/>
    <dgm:cxn modelId="{45ABAF13-4B00-46D6-8E00-87B7664F48D8}" type="presOf" srcId="{DC01F77A-734B-404B-AA64-539BF43E50D9}" destId="{6AAC58F6-6C09-4E61-90BD-742AA58280DD}" srcOrd="0" destOrd="0" presId="urn:microsoft.com/office/officeart/2018/2/layout/IconVerticalSolidList"/>
    <dgm:cxn modelId="{9ADF0917-2D8C-4498-B1C6-CDAB703A4A23}" srcId="{BCF681B6-2D57-4AA0-A9A2-FD5B995CD604}" destId="{DC01F77A-734B-404B-AA64-539BF43E50D9}" srcOrd="3" destOrd="0" parTransId="{0C7BC5E3-A731-442D-BA39-F4F283241E67}" sibTransId="{6129F37A-09C4-4D27-BE4C-5A845865A3D5}"/>
    <dgm:cxn modelId="{5EE70A19-46C6-488B-89A4-3CEB4965EB5B}" type="presOf" srcId="{B79E8E7D-66CA-488C-9388-44694BDAFD7D}" destId="{24C403F1-3E45-4B61-A0A9-E0DED598C496}" srcOrd="0" destOrd="0" presId="urn:microsoft.com/office/officeart/2018/2/layout/IconVerticalSolidList"/>
    <dgm:cxn modelId="{A534952F-FDDA-460E-BA22-636450AE858E}" type="presOf" srcId="{64CF435E-D8F9-4595-B62C-D4519941C001}" destId="{C34D3ADF-C0CD-4DC1-A8E2-A4937F2CEF6B}" srcOrd="0" destOrd="0" presId="urn:microsoft.com/office/officeart/2018/2/layout/IconVerticalSolidList"/>
    <dgm:cxn modelId="{49030333-B055-4222-90EB-AE7701A7D1AC}" type="presOf" srcId="{BCF681B6-2D57-4AA0-A9A2-FD5B995CD604}" destId="{B924801B-62A5-4E2C-ADD1-BB1EA810E688}" srcOrd="0" destOrd="0" presId="urn:microsoft.com/office/officeart/2018/2/layout/IconVerticalSolidList"/>
    <dgm:cxn modelId="{2797334E-7E81-4062-9308-97F6531778C9}" srcId="{BCF681B6-2D57-4AA0-A9A2-FD5B995CD604}" destId="{D31E842D-F78C-4567-BCFD-3E4A36E4A550}" srcOrd="1" destOrd="0" parTransId="{5D8660D1-B30E-4AD2-AA8E-029468348F94}" sibTransId="{0F87249B-B05A-4C55-ADED-A2831A29589A}"/>
    <dgm:cxn modelId="{4663AA53-C61A-4E09-AB5B-82A76CE2009D}" srcId="{BCF681B6-2D57-4AA0-A9A2-FD5B995CD604}" destId="{B79E8E7D-66CA-488C-9388-44694BDAFD7D}" srcOrd="2" destOrd="0" parTransId="{6AC8B820-7B6D-4E47-9FC9-FA88ED7AB6B4}" sibTransId="{9107EC8D-71E7-43CA-948A-7C7389DDB82D}"/>
    <dgm:cxn modelId="{EDDC35C8-13A3-4FCD-B83D-6B2DF6BFB7D9}" srcId="{BCF681B6-2D57-4AA0-A9A2-FD5B995CD604}" destId="{64CF435E-D8F9-4595-B62C-D4519941C001}" srcOrd="0" destOrd="0" parTransId="{F7222EF5-1E41-4E95-BFF0-0F6739B32606}" sibTransId="{C9823647-2408-4B19-B172-9CE1AF2E5DA0}"/>
    <dgm:cxn modelId="{82E76E02-8E00-44DB-BDE9-0DB8197B245E}" type="presParOf" srcId="{B924801B-62A5-4E2C-ADD1-BB1EA810E688}" destId="{D2C7F818-7FC5-4001-90E9-6D8633D39F8C}" srcOrd="0" destOrd="0" presId="urn:microsoft.com/office/officeart/2018/2/layout/IconVerticalSolidList"/>
    <dgm:cxn modelId="{2AA503DA-90A6-42A4-B0C6-9404DB087362}" type="presParOf" srcId="{D2C7F818-7FC5-4001-90E9-6D8633D39F8C}" destId="{BE8B6694-F8D2-4E8B-99FB-A9D72307A264}" srcOrd="0" destOrd="0" presId="urn:microsoft.com/office/officeart/2018/2/layout/IconVerticalSolidList"/>
    <dgm:cxn modelId="{EAA24181-5BDE-4BC2-9B56-B62E10F9F7F9}" type="presParOf" srcId="{D2C7F818-7FC5-4001-90E9-6D8633D39F8C}" destId="{9DA0CF91-9FC2-4717-9DE1-36B4F4A8CFBE}" srcOrd="1" destOrd="0" presId="urn:microsoft.com/office/officeart/2018/2/layout/IconVerticalSolidList"/>
    <dgm:cxn modelId="{0285283B-D8A7-4D03-96C3-937DF708536A}" type="presParOf" srcId="{D2C7F818-7FC5-4001-90E9-6D8633D39F8C}" destId="{0D537DD1-1172-4046-A038-44AB7113C60D}" srcOrd="2" destOrd="0" presId="urn:microsoft.com/office/officeart/2018/2/layout/IconVerticalSolidList"/>
    <dgm:cxn modelId="{028AB365-6A46-4047-A9F8-30C61B8A1C84}" type="presParOf" srcId="{D2C7F818-7FC5-4001-90E9-6D8633D39F8C}" destId="{C34D3ADF-C0CD-4DC1-A8E2-A4937F2CEF6B}" srcOrd="3" destOrd="0" presId="urn:microsoft.com/office/officeart/2018/2/layout/IconVerticalSolidList"/>
    <dgm:cxn modelId="{601AD3A9-8E7C-4781-BDB6-B7C9DA3ECBD6}" type="presParOf" srcId="{B924801B-62A5-4E2C-ADD1-BB1EA810E688}" destId="{9FC7373A-AB36-4E68-B362-6038C15869BA}" srcOrd="1" destOrd="0" presId="urn:microsoft.com/office/officeart/2018/2/layout/IconVerticalSolidList"/>
    <dgm:cxn modelId="{04603E25-9D0E-40E8-BA96-93F95D4C7892}" type="presParOf" srcId="{B924801B-62A5-4E2C-ADD1-BB1EA810E688}" destId="{9E72F767-0497-494F-977E-14DD81D2DBC0}" srcOrd="2" destOrd="0" presId="urn:microsoft.com/office/officeart/2018/2/layout/IconVerticalSolidList"/>
    <dgm:cxn modelId="{AD55A45F-F4A8-46CB-862F-72CA1B22C5D3}" type="presParOf" srcId="{9E72F767-0497-494F-977E-14DD81D2DBC0}" destId="{131EAD20-4B28-4E5B-96D4-6AEE27C8C71C}" srcOrd="0" destOrd="0" presId="urn:microsoft.com/office/officeart/2018/2/layout/IconVerticalSolidList"/>
    <dgm:cxn modelId="{1ACF6392-D1D4-4452-9BB1-855C78593D26}" type="presParOf" srcId="{9E72F767-0497-494F-977E-14DD81D2DBC0}" destId="{84DF9A8C-CB8D-48C7-A9E8-1264B558958C}" srcOrd="1" destOrd="0" presId="urn:microsoft.com/office/officeart/2018/2/layout/IconVerticalSolidList"/>
    <dgm:cxn modelId="{43777548-6C25-45EA-94A0-EB69F074E3B6}" type="presParOf" srcId="{9E72F767-0497-494F-977E-14DD81D2DBC0}" destId="{42537CAC-CE3F-4490-BBA7-B5C68EA7EF0F}" srcOrd="2" destOrd="0" presId="urn:microsoft.com/office/officeart/2018/2/layout/IconVerticalSolidList"/>
    <dgm:cxn modelId="{7AD0630A-76CF-418E-B1AA-59CA436487CE}" type="presParOf" srcId="{9E72F767-0497-494F-977E-14DD81D2DBC0}" destId="{4916F5B7-69AB-4E91-8ED6-7F2F236E3012}" srcOrd="3" destOrd="0" presId="urn:microsoft.com/office/officeart/2018/2/layout/IconVerticalSolidList"/>
    <dgm:cxn modelId="{1329A3A7-F6B0-410A-8754-E0DBEE7A482B}" type="presParOf" srcId="{B924801B-62A5-4E2C-ADD1-BB1EA810E688}" destId="{0B0CC7A0-7812-4530-8EED-7E7E70DC35E6}" srcOrd="3" destOrd="0" presId="urn:microsoft.com/office/officeart/2018/2/layout/IconVerticalSolidList"/>
    <dgm:cxn modelId="{11A9D2D1-5700-4C3E-A50C-36E1517744CC}" type="presParOf" srcId="{B924801B-62A5-4E2C-ADD1-BB1EA810E688}" destId="{F7D9B379-3B7E-4789-B783-0E0AE073544F}" srcOrd="4" destOrd="0" presId="urn:microsoft.com/office/officeart/2018/2/layout/IconVerticalSolidList"/>
    <dgm:cxn modelId="{B29D89DF-D70B-4A7C-9974-9BE2F1598D9A}" type="presParOf" srcId="{F7D9B379-3B7E-4789-B783-0E0AE073544F}" destId="{2616AD3C-6DA8-41EC-8363-B7FD4491A038}" srcOrd="0" destOrd="0" presId="urn:microsoft.com/office/officeart/2018/2/layout/IconVerticalSolidList"/>
    <dgm:cxn modelId="{920DA398-2EED-457A-ABBA-1ECE55FBA65F}" type="presParOf" srcId="{F7D9B379-3B7E-4789-B783-0E0AE073544F}" destId="{DBB900DF-314C-41BD-A51F-071BCFFE1DB8}" srcOrd="1" destOrd="0" presId="urn:microsoft.com/office/officeart/2018/2/layout/IconVerticalSolidList"/>
    <dgm:cxn modelId="{A053B75C-5446-43DE-845A-693DE1D77494}" type="presParOf" srcId="{F7D9B379-3B7E-4789-B783-0E0AE073544F}" destId="{F8232578-FFAD-4933-8B1D-CD9E2E840D70}" srcOrd="2" destOrd="0" presId="urn:microsoft.com/office/officeart/2018/2/layout/IconVerticalSolidList"/>
    <dgm:cxn modelId="{32E501F6-078F-4B81-B03E-77AD104707DA}" type="presParOf" srcId="{F7D9B379-3B7E-4789-B783-0E0AE073544F}" destId="{24C403F1-3E45-4B61-A0A9-E0DED598C496}" srcOrd="3" destOrd="0" presId="urn:microsoft.com/office/officeart/2018/2/layout/IconVerticalSolidList"/>
    <dgm:cxn modelId="{17C43BC9-39DB-4E92-AC04-4E3C9B5AC78F}" type="presParOf" srcId="{B924801B-62A5-4E2C-ADD1-BB1EA810E688}" destId="{72F5CD57-AC25-487B-9DA8-3FB53A8567F7}" srcOrd="5" destOrd="0" presId="urn:microsoft.com/office/officeart/2018/2/layout/IconVerticalSolidList"/>
    <dgm:cxn modelId="{8C0A6A03-A9E5-455B-A2A8-1F7D350C03C9}" type="presParOf" srcId="{B924801B-62A5-4E2C-ADD1-BB1EA810E688}" destId="{EC80170B-60BD-493A-9320-A1669BF43448}" srcOrd="6" destOrd="0" presId="urn:microsoft.com/office/officeart/2018/2/layout/IconVerticalSolidList"/>
    <dgm:cxn modelId="{07D3F835-E0D2-4A6E-B111-5F9C4EA69CC0}" type="presParOf" srcId="{EC80170B-60BD-493A-9320-A1669BF43448}" destId="{D5E4FC38-3055-4797-8606-3ADF4D14CAE8}" srcOrd="0" destOrd="0" presId="urn:microsoft.com/office/officeart/2018/2/layout/IconVerticalSolidList"/>
    <dgm:cxn modelId="{70322EF5-46AA-4644-AAF5-1DDD4E2EB796}" type="presParOf" srcId="{EC80170B-60BD-493A-9320-A1669BF43448}" destId="{1E2C3F8C-E258-4064-B019-FA0BD408E15C}" srcOrd="1" destOrd="0" presId="urn:microsoft.com/office/officeart/2018/2/layout/IconVerticalSolidList"/>
    <dgm:cxn modelId="{BE4F6F1E-040D-44BD-8090-08C0A834A677}" type="presParOf" srcId="{EC80170B-60BD-493A-9320-A1669BF43448}" destId="{CC6FE9DC-705C-4100-9B0A-F1EF582ECD85}" srcOrd="2" destOrd="0" presId="urn:microsoft.com/office/officeart/2018/2/layout/IconVerticalSolidList"/>
    <dgm:cxn modelId="{F84650D6-AEB0-4898-B62B-B55D5AACB2E7}" type="presParOf" srcId="{EC80170B-60BD-493A-9320-A1669BF43448}" destId="{6AAC58F6-6C09-4E61-90BD-742AA58280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D06684-210F-41F8-A9C3-62574DBD30A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2B5986-1E67-418A-9718-A3EC1739E3F1}">
      <dgm:prSet/>
      <dgm:spPr/>
      <dgm:t>
        <a:bodyPr/>
        <a:lstStyle/>
        <a:p>
          <a:r>
            <a:rPr lang="en-GB" b="1" dirty="0"/>
            <a:t>Muhammad Junaid Nazar (Team Lead):</a:t>
          </a:r>
          <a:r>
            <a:rPr lang="en-GB" dirty="0"/>
            <a:t> Web development (React + Vite), Backend (</a:t>
          </a:r>
          <a:r>
            <a:rPr lang="en-GB" dirty="0" err="1"/>
            <a:t>FastAPI</a:t>
          </a:r>
          <a:r>
            <a:rPr lang="en-GB" dirty="0"/>
            <a:t> integration), deployment-ready setup, slides, and final hackathon presentation.</a:t>
          </a:r>
          <a:endParaRPr lang="en-US" dirty="0"/>
        </a:p>
      </dgm:t>
    </dgm:pt>
    <dgm:pt modelId="{B6B0CE10-2CC3-4DD0-A477-62C9357BD501}" type="parTrans" cxnId="{2B4026C1-B1A3-49B9-8391-8EE05A1783B7}">
      <dgm:prSet/>
      <dgm:spPr/>
      <dgm:t>
        <a:bodyPr/>
        <a:lstStyle/>
        <a:p>
          <a:endParaRPr lang="en-US"/>
        </a:p>
      </dgm:t>
    </dgm:pt>
    <dgm:pt modelId="{028E4864-E265-4E78-A5A9-F723415BC925}" type="sibTrans" cxnId="{2B4026C1-B1A3-49B9-8391-8EE05A1783B7}">
      <dgm:prSet/>
      <dgm:spPr/>
      <dgm:t>
        <a:bodyPr/>
        <a:lstStyle/>
        <a:p>
          <a:endParaRPr lang="en-US"/>
        </a:p>
      </dgm:t>
    </dgm:pt>
    <dgm:pt modelId="{497743A8-1151-488D-8871-E0A7F287E333}">
      <dgm:prSet/>
      <dgm:spPr/>
      <dgm:t>
        <a:bodyPr/>
        <a:lstStyle/>
        <a:p>
          <a:r>
            <a:rPr lang="en-GB" b="1"/>
            <a:t>Ms. Noor Fatima Mir:</a:t>
          </a:r>
          <a:r>
            <a:rPr lang="en-GB"/>
            <a:t> Mental wellness mood mapping, supportive messages, prompt engineering.</a:t>
          </a:r>
          <a:endParaRPr lang="en-US"/>
        </a:p>
      </dgm:t>
    </dgm:pt>
    <dgm:pt modelId="{F4C9C820-CEBB-4216-A3FC-97D910287E57}" type="parTrans" cxnId="{4BBF1209-67CF-4A1A-B1A8-C07A637A5269}">
      <dgm:prSet/>
      <dgm:spPr/>
      <dgm:t>
        <a:bodyPr/>
        <a:lstStyle/>
        <a:p>
          <a:endParaRPr lang="en-US"/>
        </a:p>
      </dgm:t>
    </dgm:pt>
    <dgm:pt modelId="{D6B27DC2-FD15-48F0-9031-C3E27DAA64A2}" type="sibTrans" cxnId="{4BBF1209-67CF-4A1A-B1A8-C07A637A5269}">
      <dgm:prSet/>
      <dgm:spPr/>
      <dgm:t>
        <a:bodyPr/>
        <a:lstStyle/>
        <a:p>
          <a:endParaRPr lang="en-US"/>
        </a:p>
      </dgm:t>
    </dgm:pt>
    <dgm:pt modelId="{FAB424DE-F869-4788-A029-C8BA3BE016C6}">
      <dgm:prSet/>
      <dgm:spPr/>
      <dgm:t>
        <a:bodyPr/>
        <a:lstStyle/>
        <a:p>
          <a:r>
            <a:rPr lang="en-GB" b="1"/>
            <a:t>Ms. Zainab:</a:t>
          </a:r>
          <a:r>
            <a:rPr lang="en-GB"/>
            <a:t> Mindfulness &amp; stress relief techniques (breathing, grounding, relaxation flows).</a:t>
          </a:r>
          <a:endParaRPr lang="en-US"/>
        </a:p>
      </dgm:t>
    </dgm:pt>
    <dgm:pt modelId="{484360EC-A651-4CA2-B14F-F4F61D11CCB6}" type="parTrans" cxnId="{13459BBC-E1B6-444A-A9EE-D4E432FAC47F}">
      <dgm:prSet/>
      <dgm:spPr/>
      <dgm:t>
        <a:bodyPr/>
        <a:lstStyle/>
        <a:p>
          <a:endParaRPr lang="en-US"/>
        </a:p>
      </dgm:t>
    </dgm:pt>
    <dgm:pt modelId="{D8EE89C3-B182-4F50-9D66-4C772664D6CC}" type="sibTrans" cxnId="{13459BBC-E1B6-444A-A9EE-D4E432FAC47F}">
      <dgm:prSet/>
      <dgm:spPr/>
      <dgm:t>
        <a:bodyPr/>
        <a:lstStyle/>
        <a:p>
          <a:endParaRPr lang="en-US"/>
        </a:p>
      </dgm:t>
    </dgm:pt>
    <dgm:pt modelId="{4F91956C-4DD0-4E0F-9ECE-45939B27FF30}">
      <dgm:prSet/>
      <dgm:spPr/>
      <dgm:t>
        <a:bodyPr/>
        <a:lstStyle/>
        <a:p>
          <a:r>
            <a:rPr lang="en-GB" b="1" dirty="0"/>
            <a:t>Ms. Zunaira Sajjad:</a:t>
          </a:r>
          <a:r>
            <a:rPr lang="en-GB" dirty="0"/>
            <a:t> Journaling prompts and mental health tips for each mood.</a:t>
          </a:r>
          <a:endParaRPr lang="en-US" dirty="0"/>
        </a:p>
      </dgm:t>
    </dgm:pt>
    <dgm:pt modelId="{98F4E082-EF17-4C7E-9F28-2519239435E1}" type="parTrans" cxnId="{D860E2E3-793E-4FA9-8249-19E8B7C14BB9}">
      <dgm:prSet/>
      <dgm:spPr/>
      <dgm:t>
        <a:bodyPr/>
        <a:lstStyle/>
        <a:p>
          <a:endParaRPr lang="en-US"/>
        </a:p>
      </dgm:t>
    </dgm:pt>
    <dgm:pt modelId="{31FFCA8D-A01E-44B8-84BB-A559C414DF21}" type="sibTrans" cxnId="{D860E2E3-793E-4FA9-8249-19E8B7C14BB9}">
      <dgm:prSet/>
      <dgm:spPr/>
      <dgm:t>
        <a:bodyPr/>
        <a:lstStyle/>
        <a:p>
          <a:endParaRPr lang="en-US"/>
        </a:p>
      </dgm:t>
    </dgm:pt>
    <dgm:pt modelId="{110C2B90-2D86-4CAC-8158-3A876BFEA5CD}">
      <dgm:prSet/>
      <dgm:spPr/>
      <dgm:t>
        <a:bodyPr/>
        <a:lstStyle/>
        <a:p>
          <a:r>
            <a:rPr lang="en-GB" b="1" dirty="0"/>
            <a:t>Dr. Ammar Masood:</a:t>
          </a:r>
          <a:r>
            <a:rPr lang="en-GB" dirty="0"/>
            <a:t> Fitness plans &amp; workout routines (weight loss, muscle, general fitness, flexibility)</a:t>
          </a:r>
          <a:endParaRPr lang="en-US" dirty="0"/>
        </a:p>
      </dgm:t>
    </dgm:pt>
    <dgm:pt modelId="{B3F3EB2A-A330-49FA-9946-FC47C4D79498}" type="parTrans" cxnId="{C53EDB05-4964-4732-A5C1-4B0CF296617C}">
      <dgm:prSet/>
      <dgm:spPr/>
      <dgm:t>
        <a:bodyPr/>
        <a:lstStyle/>
        <a:p>
          <a:endParaRPr lang="en-GB"/>
        </a:p>
      </dgm:t>
    </dgm:pt>
    <dgm:pt modelId="{98451C32-27B0-4D7F-9F1D-82956D44220B}" type="sibTrans" cxnId="{C53EDB05-4964-4732-A5C1-4B0CF296617C}">
      <dgm:prSet/>
      <dgm:spPr/>
      <dgm:t>
        <a:bodyPr/>
        <a:lstStyle/>
        <a:p>
          <a:endParaRPr lang="en-GB"/>
        </a:p>
      </dgm:t>
    </dgm:pt>
    <dgm:pt modelId="{595DB037-C33B-4647-9EC2-5DACDAAC37DA}" type="pres">
      <dgm:prSet presAssocID="{A4D06684-210F-41F8-A9C3-62574DBD30AE}" presName="root" presStyleCnt="0">
        <dgm:presLayoutVars>
          <dgm:dir/>
          <dgm:resizeHandles val="exact"/>
        </dgm:presLayoutVars>
      </dgm:prSet>
      <dgm:spPr/>
    </dgm:pt>
    <dgm:pt modelId="{14FC1FAF-2008-4A4B-BB5F-ADDB7CDC7CFE}" type="pres">
      <dgm:prSet presAssocID="{8A2B5986-1E67-418A-9718-A3EC1739E3F1}" presName="compNode" presStyleCnt="0"/>
      <dgm:spPr/>
    </dgm:pt>
    <dgm:pt modelId="{641FF886-18A0-42F0-9573-B36E797CEF4A}" type="pres">
      <dgm:prSet presAssocID="{8A2B5986-1E67-418A-9718-A3EC1739E3F1}" presName="bgRect" presStyleLbl="bgShp" presStyleIdx="0" presStyleCnt="5"/>
      <dgm:spPr/>
    </dgm:pt>
    <dgm:pt modelId="{3F93A6FB-E0F4-4A1E-AAF9-CD36ED7DE1D3}" type="pres">
      <dgm:prSet presAssocID="{8A2B5986-1E67-418A-9718-A3EC1739E3F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90AC931-4238-4F8E-97B4-65BE03F41346}" type="pres">
      <dgm:prSet presAssocID="{8A2B5986-1E67-418A-9718-A3EC1739E3F1}" presName="spaceRect" presStyleCnt="0"/>
      <dgm:spPr/>
    </dgm:pt>
    <dgm:pt modelId="{9B4F70F0-CA68-4B2E-A906-23645882D0B0}" type="pres">
      <dgm:prSet presAssocID="{8A2B5986-1E67-418A-9718-A3EC1739E3F1}" presName="parTx" presStyleLbl="revTx" presStyleIdx="0" presStyleCnt="5">
        <dgm:presLayoutVars>
          <dgm:chMax val="0"/>
          <dgm:chPref val="0"/>
        </dgm:presLayoutVars>
      </dgm:prSet>
      <dgm:spPr/>
    </dgm:pt>
    <dgm:pt modelId="{38CC3D22-AA21-48DD-9D69-1F05F1621EAE}" type="pres">
      <dgm:prSet presAssocID="{028E4864-E265-4E78-A5A9-F723415BC925}" presName="sibTrans" presStyleCnt="0"/>
      <dgm:spPr/>
    </dgm:pt>
    <dgm:pt modelId="{2FC04CE1-B2F3-4A5B-A513-279F5898BC26}" type="pres">
      <dgm:prSet presAssocID="{110C2B90-2D86-4CAC-8158-3A876BFEA5CD}" presName="compNode" presStyleCnt="0"/>
      <dgm:spPr/>
    </dgm:pt>
    <dgm:pt modelId="{9D79EC4B-6479-4946-87BD-F7A0CC28EBCB}" type="pres">
      <dgm:prSet presAssocID="{110C2B90-2D86-4CAC-8158-3A876BFEA5CD}" presName="bgRect" presStyleLbl="bgShp" presStyleIdx="1" presStyleCnt="5"/>
      <dgm:spPr/>
    </dgm:pt>
    <dgm:pt modelId="{BEBA3BF4-4797-445C-BE38-9FF5A9395DF7}" type="pres">
      <dgm:prSet presAssocID="{110C2B90-2D86-4CAC-8158-3A876BFEA5C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ficial Intelligence with solid fill"/>
        </a:ext>
      </dgm:extLst>
    </dgm:pt>
    <dgm:pt modelId="{EDFAA1E3-48F5-428C-A9ED-9E9B4716494A}" type="pres">
      <dgm:prSet presAssocID="{110C2B90-2D86-4CAC-8158-3A876BFEA5CD}" presName="spaceRect" presStyleCnt="0"/>
      <dgm:spPr/>
    </dgm:pt>
    <dgm:pt modelId="{34BBF9A1-C89D-47F7-8D8E-E1ACE0FCEA7D}" type="pres">
      <dgm:prSet presAssocID="{110C2B90-2D86-4CAC-8158-3A876BFEA5CD}" presName="parTx" presStyleLbl="revTx" presStyleIdx="1" presStyleCnt="5">
        <dgm:presLayoutVars>
          <dgm:chMax val="0"/>
          <dgm:chPref val="0"/>
        </dgm:presLayoutVars>
      </dgm:prSet>
      <dgm:spPr/>
    </dgm:pt>
    <dgm:pt modelId="{6B28500B-FC2F-4919-BE46-B1C8AA6F1EEB}" type="pres">
      <dgm:prSet presAssocID="{98451C32-27B0-4D7F-9F1D-82956D44220B}" presName="sibTrans" presStyleCnt="0"/>
      <dgm:spPr/>
    </dgm:pt>
    <dgm:pt modelId="{2E4C9D08-194C-4964-8629-C8D936A3DB1C}" type="pres">
      <dgm:prSet presAssocID="{497743A8-1151-488D-8871-E0A7F287E333}" presName="compNode" presStyleCnt="0"/>
      <dgm:spPr/>
    </dgm:pt>
    <dgm:pt modelId="{AFE2B479-4392-4AC0-9899-76C2385AB938}" type="pres">
      <dgm:prSet presAssocID="{497743A8-1151-488D-8871-E0A7F287E333}" presName="bgRect" presStyleLbl="bgShp" presStyleIdx="2" presStyleCnt="5"/>
      <dgm:spPr/>
    </dgm:pt>
    <dgm:pt modelId="{CE03AE24-3FC9-4555-B036-70FE2B8CED00}" type="pres">
      <dgm:prSet presAssocID="{497743A8-1151-488D-8871-E0A7F287E3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AB9A4E3-6794-478B-A9CA-0FADC8795531}" type="pres">
      <dgm:prSet presAssocID="{497743A8-1151-488D-8871-E0A7F287E333}" presName="spaceRect" presStyleCnt="0"/>
      <dgm:spPr/>
    </dgm:pt>
    <dgm:pt modelId="{444297C3-386E-448F-A154-B52AFEB6BB23}" type="pres">
      <dgm:prSet presAssocID="{497743A8-1151-488D-8871-E0A7F287E333}" presName="parTx" presStyleLbl="revTx" presStyleIdx="2" presStyleCnt="5">
        <dgm:presLayoutVars>
          <dgm:chMax val="0"/>
          <dgm:chPref val="0"/>
        </dgm:presLayoutVars>
      </dgm:prSet>
      <dgm:spPr/>
    </dgm:pt>
    <dgm:pt modelId="{6F5BF75C-517F-4864-97D0-46A61ED79B62}" type="pres">
      <dgm:prSet presAssocID="{D6B27DC2-FD15-48F0-9031-C3E27DAA64A2}" presName="sibTrans" presStyleCnt="0"/>
      <dgm:spPr/>
    </dgm:pt>
    <dgm:pt modelId="{7586DBD7-E9FF-4E3E-8788-7C470F4D7FA4}" type="pres">
      <dgm:prSet presAssocID="{FAB424DE-F869-4788-A029-C8BA3BE016C6}" presName="compNode" presStyleCnt="0"/>
      <dgm:spPr/>
    </dgm:pt>
    <dgm:pt modelId="{A162AE7B-F421-4AE5-B6F6-0AE3F7463668}" type="pres">
      <dgm:prSet presAssocID="{FAB424DE-F869-4788-A029-C8BA3BE016C6}" presName="bgRect" presStyleLbl="bgShp" presStyleIdx="3" presStyleCnt="5"/>
      <dgm:spPr/>
    </dgm:pt>
    <dgm:pt modelId="{FCAD154B-2B3B-4784-AEDF-D0C6932E1F28}" type="pres">
      <dgm:prSet presAssocID="{FAB424DE-F869-4788-A029-C8BA3BE016C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6EDD4816-A2D1-4943-A6B7-605BC1054F06}" type="pres">
      <dgm:prSet presAssocID="{FAB424DE-F869-4788-A029-C8BA3BE016C6}" presName="spaceRect" presStyleCnt="0"/>
      <dgm:spPr/>
    </dgm:pt>
    <dgm:pt modelId="{6A5F519D-8295-4FE8-BE14-D22D256CD8FB}" type="pres">
      <dgm:prSet presAssocID="{FAB424DE-F869-4788-A029-C8BA3BE016C6}" presName="parTx" presStyleLbl="revTx" presStyleIdx="3" presStyleCnt="5">
        <dgm:presLayoutVars>
          <dgm:chMax val="0"/>
          <dgm:chPref val="0"/>
        </dgm:presLayoutVars>
      </dgm:prSet>
      <dgm:spPr/>
    </dgm:pt>
    <dgm:pt modelId="{682C0CA3-2639-4B79-B7EC-84335470EC67}" type="pres">
      <dgm:prSet presAssocID="{D8EE89C3-B182-4F50-9D66-4C772664D6CC}" presName="sibTrans" presStyleCnt="0"/>
      <dgm:spPr/>
    </dgm:pt>
    <dgm:pt modelId="{54AB0101-110F-460E-9CE6-C842F535B3F6}" type="pres">
      <dgm:prSet presAssocID="{4F91956C-4DD0-4E0F-9ECE-45939B27FF30}" presName="compNode" presStyleCnt="0"/>
      <dgm:spPr/>
    </dgm:pt>
    <dgm:pt modelId="{0CB34CFE-C729-490E-A2CA-29618657016F}" type="pres">
      <dgm:prSet presAssocID="{4F91956C-4DD0-4E0F-9ECE-45939B27FF30}" presName="bgRect" presStyleLbl="bgShp" presStyleIdx="4" presStyleCnt="5"/>
      <dgm:spPr/>
    </dgm:pt>
    <dgm:pt modelId="{EDE52782-8BAE-43C0-AE33-F6D8ACD9803B}" type="pres">
      <dgm:prSet presAssocID="{4F91956C-4DD0-4E0F-9ECE-45939B27FF3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89F67E41-A3A3-4388-AA2D-E38FC1B4A933}" type="pres">
      <dgm:prSet presAssocID="{4F91956C-4DD0-4E0F-9ECE-45939B27FF30}" presName="spaceRect" presStyleCnt="0"/>
      <dgm:spPr/>
    </dgm:pt>
    <dgm:pt modelId="{17DB97E6-7F07-4A09-9EBE-3B5E85C51EE1}" type="pres">
      <dgm:prSet presAssocID="{4F91956C-4DD0-4E0F-9ECE-45939B27FF3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53EDB05-4964-4732-A5C1-4B0CF296617C}" srcId="{A4D06684-210F-41F8-A9C3-62574DBD30AE}" destId="{110C2B90-2D86-4CAC-8158-3A876BFEA5CD}" srcOrd="1" destOrd="0" parTransId="{B3F3EB2A-A330-49FA-9946-FC47C4D79498}" sibTransId="{98451C32-27B0-4D7F-9F1D-82956D44220B}"/>
    <dgm:cxn modelId="{4BBF1209-67CF-4A1A-B1A8-C07A637A5269}" srcId="{A4D06684-210F-41F8-A9C3-62574DBD30AE}" destId="{497743A8-1151-488D-8871-E0A7F287E333}" srcOrd="2" destOrd="0" parTransId="{F4C9C820-CEBB-4216-A3FC-97D910287E57}" sibTransId="{D6B27DC2-FD15-48F0-9031-C3E27DAA64A2}"/>
    <dgm:cxn modelId="{58DDFE31-58B7-4ADD-9C3B-1859040B6B4B}" type="presOf" srcId="{FAB424DE-F869-4788-A029-C8BA3BE016C6}" destId="{6A5F519D-8295-4FE8-BE14-D22D256CD8FB}" srcOrd="0" destOrd="0" presId="urn:microsoft.com/office/officeart/2018/2/layout/IconVerticalSolidList"/>
    <dgm:cxn modelId="{9CD1375D-4C80-48C2-98C5-A8055412A6D9}" type="presOf" srcId="{4F91956C-4DD0-4E0F-9ECE-45939B27FF30}" destId="{17DB97E6-7F07-4A09-9EBE-3B5E85C51EE1}" srcOrd="0" destOrd="0" presId="urn:microsoft.com/office/officeart/2018/2/layout/IconVerticalSolidList"/>
    <dgm:cxn modelId="{D32EA853-C944-4BFD-9DE2-607C749B33B5}" type="presOf" srcId="{8A2B5986-1E67-418A-9718-A3EC1739E3F1}" destId="{9B4F70F0-CA68-4B2E-A906-23645882D0B0}" srcOrd="0" destOrd="0" presId="urn:microsoft.com/office/officeart/2018/2/layout/IconVerticalSolidList"/>
    <dgm:cxn modelId="{F76FE079-4648-43B3-ADCA-6514217BA137}" type="presOf" srcId="{497743A8-1151-488D-8871-E0A7F287E333}" destId="{444297C3-386E-448F-A154-B52AFEB6BB23}" srcOrd="0" destOrd="0" presId="urn:microsoft.com/office/officeart/2018/2/layout/IconVerticalSolidList"/>
    <dgm:cxn modelId="{CAA5745A-14A4-4E6A-AE00-B9D123AF297D}" type="presOf" srcId="{110C2B90-2D86-4CAC-8158-3A876BFEA5CD}" destId="{34BBF9A1-C89D-47F7-8D8E-E1ACE0FCEA7D}" srcOrd="0" destOrd="0" presId="urn:microsoft.com/office/officeart/2018/2/layout/IconVerticalSolidList"/>
    <dgm:cxn modelId="{C46E4CA7-98EA-4BD3-B6EC-F98A75AA6E1E}" type="presOf" srcId="{A4D06684-210F-41F8-A9C3-62574DBD30AE}" destId="{595DB037-C33B-4647-9EC2-5DACDAAC37DA}" srcOrd="0" destOrd="0" presId="urn:microsoft.com/office/officeart/2018/2/layout/IconVerticalSolidList"/>
    <dgm:cxn modelId="{13459BBC-E1B6-444A-A9EE-D4E432FAC47F}" srcId="{A4D06684-210F-41F8-A9C3-62574DBD30AE}" destId="{FAB424DE-F869-4788-A029-C8BA3BE016C6}" srcOrd="3" destOrd="0" parTransId="{484360EC-A651-4CA2-B14F-F4F61D11CCB6}" sibTransId="{D8EE89C3-B182-4F50-9D66-4C772664D6CC}"/>
    <dgm:cxn modelId="{2B4026C1-B1A3-49B9-8391-8EE05A1783B7}" srcId="{A4D06684-210F-41F8-A9C3-62574DBD30AE}" destId="{8A2B5986-1E67-418A-9718-A3EC1739E3F1}" srcOrd="0" destOrd="0" parTransId="{B6B0CE10-2CC3-4DD0-A477-62C9357BD501}" sibTransId="{028E4864-E265-4E78-A5A9-F723415BC925}"/>
    <dgm:cxn modelId="{D860E2E3-793E-4FA9-8249-19E8B7C14BB9}" srcId="{A4D06684-210F-41F8-A9C3-62574DBD30AE}" destId="{4F91956C-4DD0-4E0F-9ECE-45939B27FF30}" srcOrd="4" destOrd="0" parTransId="{98F4E082-EF17-4C7E-9F28-2519239435E1}" sibTransId="{31FFCA8D-A01E-44B8-84BB-A559C414DF21}"/>
    <dgm:cxn modelId="{5C3BFD68-3966-4E11-B980-43A88110F064}" type="presParOf" srcId="{595DB037-C33B-4647-9EC2-5DACDAAC37DA}" destId="{14FC1FAF-2008-4A4B-BB5F-ADDB7CDC7CFE}" srcOrd="0" destOrd="0" presId="urn:microsoft.com/office/officeart/2018/2/layout/IconVerticalSolidList"/>
    <dgm:cxn modelId="{B4F8F7B4-6B74-48B6-BC71-C140106697CA}" type="presParOf" srcId="{14FC1FAF-2008-4A4B-BB5F-ADDB7CDC7CFE}" destId="{641FF886-18A0-42F0-9573-B36E797CEF4A}" srcOrd="0" destOrd="0" presId="urn:microsoft.com/office/officeart/2018/2/layout/IconVerticalSolidList"/>
    <dgm:cxn modelId="{4E43078B-C4BB-45BD-BC40-7EC7895B1ACD}" type="presParOf" srcId="{14FC1FAF-2008-4A4B-BB5F-ADDB7CDC7CFE}" destId="{3F93A6FB-E0F4-4A1E-AAF9-CD36ED7DE1D3}" srcOrd="1" destOrd="0" presId="urn:microsoft.com/office/officeart/2018/2/layout/IconVerticalSolidList"/>
    <dgm:cxn modelId="{2D22F3FC-EC97-4E10-B044-824413B7B078}" type="presParOf" srcId="{14FC1FAF-2008-4A4B-BB5F-ADDB7CDC7CFE}" destId="{D90AC931-4238-4F8E-97B4-65BE03F41346}" srcOrd="2" destOrd="0" presId="urn:microsoft.com/office/officeart/2018/2/layout/IconVerticalSolidList"/>
    <dgm:cxn modelId="{72D03AE5-B42B-4060-ABA1-C07EF90FB87C}" type="presParOf" srcId="{14FC1FAF-2008-4A4B-BB5F-ADDB7CDC7CFE}" destId="{9B4F70F0-CA68-4B2E-A906-23645882D0B0}" srcOrd="3" destOrd="0" presId="urn:microsoft.com/office/officeart/2018/2/layout/IconVerticalSolidList"/>
    <dgm:cxn modelId="{82B159E2-7DF0-462C-9AA7-E93A215D1EB8}" type="presParOf" srcId="{595DB037-C33B-4647-9EC2-5DACDAAC37DA}" destId="{38CC3D22-AA21-48DD-9D69-1F05F1621EAE}" srcOrd="1" destOrd="0" presId="urn:microsoft.com/office/officeart/2018/2/layout/IconVerticalSolidList"/>
    <dgm:cxn modelId="{40FFD265-7BF2-4847-8038-D427A5BD33FB}" type="presParOf" srcId="{595DB037-C33B-4647-9EC2-5DACDAAC37DA}" destId="{2FC04CE1-B2F3-4A5B-A513-279F5898BC26}" srcOrd="2" destOrd="0" presId="urn:microsoft.com/office/officeart/2018/2/layout/IconVerticalSolidList"/>
    <dgm:cxn modelId="{92DBE046-E04E-4C7E-A586-43B73400E0E7}" type="presParOf" srcId="{2FC04CE1-B2F3-4A5B-A513-279F5898BC26}" destId="{9D79EC4B-6479-4946-87BD-F7A0CC28EBCB}" srcOrd="0" destOrd="0" presId="urn:microsoft.com/office/officeart/2018/2/layout/IconVerticalSolidList"/>
    <dgm:cxn modelId="{9C4338B6-0826-40B3-8C1E-AD53A6760849}" type="presParOf" srcId="{2FC04CE1-B2F3-4A5B-A513-279F5898BC26}" destId="{BEBA3BF4-4797-445C-BE38-9FF5A9395DF7}" srcOrd="1" destOrd="0" presId="urn:microsoft.com/office/officeart/2018/2/layout/IconVerticalSolidList"/>
    <dgm:cxn modelId="{9BDF5F25-1543-4FDC-A5A7-6515C7C7DBC5}" type="presParOf" srcId="{2FC04CE1-B2F3-4A5B-A513-279F5898BC26}" destId="{EDFAA1E3-48F5-428C-A9ED-9E9B4716494A}" srcOrd="2" destOrd="0" presId="urn:microsoft.com/office/officeart/2018/2/layout/IconVerticalSolidList"/>
    <dgm:cxn modelId="{A0B58CED-0F50-4CF0-9B3C-AF7570F487C4}" type="presParOf" srcId="{2FC04CE1-B2F3-4A5B-A513-279F5898BC26}" destId="{34BBF9A1-C89D-47F7-8D8E-E1ACE0FCEA7D}" srcOrd="3" destOrd="0" presId="urn:microsoft.com/office/officeart/2018/2/layout/IconVerticalSolidList"/>
    <dgm:cxn modelId="{CF207AFA-1A2F-4D7C-B932-4CE53EF23D90}" type="presParOf" srcId="{595DB037-C33B-4647-9EC2-5DACDAAC37DA}" destId="{6B28500B-FC2F-4919-BE46-B1C8AA6F1EEB}" srcOrd="3" destOrd="0" presId="urn:microsoft.com/office/officeart/2018/2/layout/IconVerticalSolidList"/>
    <dgm:cxn modelId="{8C1FB61B-A3B4-4705-B2A9-A02FED5C89EF}" type="presParOf" srcId="{595DB037-C33B-4647-9EC2-5DACDAAC37DA}" destId="{2E4C9D08-194C-4964-8629-C8D936A3DB1C}" srcOrd="4" destOrd="0" presId="urn:microsoft.com/office/officeart/2018/2/layout/IconVerticalSolidList"/>
    <dgm:cxn modelId="{C70BFB81-6F60-40AC-8CC7-0D6EE7D6D1AB}" type="presParOf" srcId="{2E4C9D08-194C-4964-8629-C8D936A3DB1C}" destId="{AFE2B479-4392-4AC0-9899-76C2385AB938}" srcOrd="0" destOrd="0" presId="urn:microsoft.com/office/officeart/2018/2/layout/IconVerticalSolidList"/>
    <dgm:cxn modelId="{5CF1F610-E5B3-4A41-AE66-70920FF9725F}" type="presParOf" srcId="{2E4C9D08-194C-4964-8629-C8D936A3DB1C}" destId="{CE03AE24-3FC9-4555-B036-70FE2B8CED00}" srcOrd="1" destOrd="0" presId="urn:microsoft.com/office/officeart/2018/2/layout/IconVerticalSolidList"/>
    <dgm:cxn modelId="{0087DBD8-FB17-4D7C-A33B-EF5CA9259D89}" type="presParOf" srcId="{2E4C9D08-194C-4964-8629-C8D936A3DB1C}" destId="{CAB9A4E3-6794-478B-A9CA-0FADC8795531}" srcOrd="2" destOrd="0" presId="urn:microsoft.com/office/officeart/2018/2/layout/IconVerticalSolidList"/>
    <dgm:cxn modelId="{31C7A45B-2F3E-4047-A606-50F6AA1DAEEF}" type="presParOf" srcId="{2E4C9D08-194C-4964-8629-C8D936A3DB1C}" destId="{444297C3-386E-448F-A154-B52AFEB6BB23}" srcOrd="3" destOrd="0" presId="urn:microsoft.com/office/officeart/2018/2/layout/IconVerticalSolidList"/>
    <dgm:cxn modelId="{5152F800-AE0B-4B0F-854B-F5836848B95F}" type="presParOf" srcId="{595DB037-C33B-4647-9EC2-5DACDAAC37DA}" destId="{6F5BF75C-517F-4864-97D0-46A61ED79B62}" srcOrd="5" destOrd="0" presId="urn:microsoft.com/office/officeart/2018/2/layout/IconVerticalSolidList"/>
    <dgm:cxn modelId="{EFE1836D-E8C5-40C2-B06B-37908F5811D9}" type="presParOf" srcId="{595DB037-C33B-4647-9EC2-5DACDAAC37DA}" destId="{7586DBD7-E9FF-4E3E-8788-7C470F4D7FA4}" srcOrd="6" destOrd="0" presId="urn:microsoft.com/office/officeart/2018/2/layout/IconVerticalSolidList"/>
    <dgm:cxn modelId="{2BD320BE-A612-4CBC-AD6C-82130DC81C0C}" type="presParOf" srcId="{7586DBD7-E9FF-4E3E-8788-7C470F4D7FA4}" destId="{A162AE7B-F421-4AE5-B6F6-0AE3F7463668}" srcOrd="0" destOrd="0" presId="urn:microsoft.com/office/officeart/2018/2/layout/IconVerticalSolidList"/>
    <dgm:cxn modelId="{CDF5F66C-1231-4523-9DF9-57D6061BB821}" type="presParOf" srcId="{7586DBD7-E9FF-4E3E-8788-7C470F4D7FA4}" destId="{FCAD154B-2B3B-4784-AEDF-D0C6932E1F28}" srcOrd="1" destOrd="0" presId="urn:microsoft.com/office/officeart/2018/2/layout/IconVerticalSolidList"/>
    <dgm:cxn modelId="{B813E1A1-D553-4432-8661-9989C37F63C0}" type="presParOf" srcId="{7586DBD7-E9FF-4E3E-8788-7C470F4D7FA4}" destId="{6EDD4816-A2D1-4943-A6B7-605BC1054F06}" srcOrd="2" destOrd="0" presId="urn:microsoft.com/office/officeart/2018/2/layout/IconVerticalSolidList"/>
    <dgm:cxn modelId="{3D81AEF4-AA6B-4F16-9792-2B6CFF9DE66C}" type="presParOf" srcId="{7586DBD7-E9FF-4E3E-8788-7C470F4D7FA4}" destId="{6A5F519D-8295-4FE8-BE14-D22D256CD8FB}" srcOrd="3" destOrd="0" presId="urn:microsoft.com/office/officeart/2018/2/layout/IconVerticalSolidList"/>
    <dgm:cxn modelId="{16FBD4F4-840E-4D0D-AFCB-2D05606827A4}" type="presParOf" srcId="{595DB037-C33B-4647-9EC2-5DACDAAC37DA}" destId="{682C0CA3-2639-4B79-B7EC-84335470EC67}" srcOrd="7" destOrd="0" presId="urn:microsoft.com/office/officeart/2018/2/layout/IconVerticalSolidList"/>
    <dgm:cxn modelId="{FC4175FD-B3E4-4621-8E49-3D12D961FE14}" type="presParOf" srcId="{595DB037-C33B-4647-9EC2-5DACDAAC37DA}" destId="{54AB0101-110F-460E-9CE6-C842F535B3F6}" srcOrd="8" destOrd="0" presId="urn:microsoft.com/office/officeart/2018/2/layout/IconVerticalSolidList"/>
    <dgm:cxn modelId="{7B5E4CA6-C263-4D67-A5C6-616DFB0E7119}" type="presParOf" srcId="{54AB0101-110F-460E-9CE6-C842F535B3F6}" destId="{0CB34CFE-C729-490E-A2CA-29618657016F}" srcOrd="0" destOrd="0" presId="urn:microsoft.com/office/officeart/2018/2/layout/IconVerticalSolidList"/>
    <dgm:cxn modelId="{17552190-DF80-4320-8B02-3D8050578C05}" type="presParOf" srcId="{54AB0101-110F-460E-9CE6-C842F535B3F6}" destId="{EDE52782-8BAE-43C0-AE33-F6D8ACD9803B}" srcOrd="1" destOrd="0" presId="urn:microsoft.com/office/officeart/2018/2/layout/IconVerticalSolidList"/>
    <dgm:cxn modelId="{449FAE98-038F-45AC-80B6-3B10708D933E}" type="presParOf" srcId="{54AB0101-110F-460E-9CE6-C842F535B3F6}" destId="{89F67E41-A3A3-4388-AA2D-E38FC1B4A933}" srcOrd="2" destOrd="0" presId="urn:microsoft.com/office/officeart/2018/2/layout/IconVerticalSolidList"/>
    <dgm:cxn modelId="{6F70A0E8-6B15-4E44-8163-31EB07FF45F6}" type="presParOf" srcId="{54AB0101-110F-460E-9CE6-C842F535B3F6}" destId="{17DB97E6-7F07-4A09-9EBE-3B5E85C51E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340A61-3221-4F0A-A3CC-C780E629C72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0C04BEE-C66C-4049-8BA1-582AEEF92F05}">
      <dgm:prSet/>
      <dgm:spPr/>
      <dgm:t>
        <a:bodyPr/>
        <a:lstStyle/>
        <a:p>
          <a:pPr algn="just"/>
          <a:r>
            <a:rPr lang="en-US" b="0" i="0" baseline="0"/>
            <a:t>Stress, burnout, lifestyle imbalance</a:t>
          </a:r>
          <a:endParaRPr lang="en-US"/>
        </a:p>
      </dgm:t>
    </dgm:pt>
    <dgm:pt modelId="{2809EEC4-105F-4BA7-BF47-4EC141971151}" type="parTrans" cxnId="{7F25713F-4D7F-4DDA-8077-2DD85FD0449E}">
      <dgm:prSet/>
      <dgm:spPr/>
      <dgm:t>
        <a:bodyPr/>
        <a:lstStyle/>
        <a:p>
          <a:pPr algn="just"/>
          <a:endParaRPr lang="en-US"/>
        </a:p>
      </dgm:t>
    </dgm:pt>
    <dgm:pt modelId="{3328D152-8F42-48BA-A7FD-77D686AFBB64}" type="sibTrans" cxnId="{7F25713F-4D7F-4DDA-8077-2DD85FD0449E}">
      <dgm:prSet/>
      <dgm:spPr/>
      <dgm:t>
        <a:bodyPr/>
        <a:lstStyle/>
        <a:p>
          <a:pPr algn="just"/>
          <a:endParaRPr lang="en-US"/>
        </a:p>
      </dgm:t>
    </dgm:pt>
    <dgm:pt modelId="{48785E67-57C1-4807-B3E2-55FD0CE54643}">
      <dgm:prSet/>
      <dgm:spPr/>
      <dgm:t>
        <a:bodyPr/>
        <a:lstStyle/>
        <a:p>
          <a:pPr algn="just"/>
          <a:r>
            <a:rPr lang="en-US" b="0" i="0" baseline="0"/>
            <a:t>Mental wellness needs support</a:t>
          </a:r>
          <a:endParaRPr lang="en-US"/>
        </a:p>
      </dgm:t>
    </dgm:pt>
    <dgm:pt modelId="{1B46078B-4C8F-4A8A-9C6C-84D9200908DF}" type="parTrans" cxnId="{09854D13-F135-41E1-9DA1-27100EA15BF6}">
      <dgm:prSet/>
      <dgm:spPr/>
      <dgm:t>
        <a:bodyPr/>
        <a:lstStyle/>
        <a:p>
          <a:pPr algn="just"/>
          <a:endParaRPr lang="en-US"/>
        </a:p>
      </dgm:t>
    </dgm:pt>
    <dgm:pt modelId="{8FBA5B93-C1D9-4A61-B56B-3441045C30FD}" type="sibTrans" cxnId="{09854D13-F135-41E1-9DA1-27100EA15BF6}">
      <dgm:prSet/>
      <dgm:spPr/>
      <dgm:t>
        <a:bodyPr/>
        <a:lstStyle/>
        <a:p>
          <a:pPr algn="just"/>
          <a:endParaRPr lang="en-US"/>
        </a:p>
      </dgm:t>
    </dgm:pt>
    <dgm:pt modelId="{CB56FB0C-8FBD-4524-B670-F0042EAB9050}">
      <dgm:prSet/>
      <dgm:spPr/>
      <dgm:t>
        <a:bodyPr/>
        <a:lstStyle/>
        <a:p>
          <a:pPr algn="just"/>
          <a:r>
            <a:rPr lang="en-US" b="0" i="0" baseline="0"/>
            <a:t>Fitness plans often confusing or unsafe</a:t>
          </a:r>
          <a:endParaRPr lang="en-US"/>
        </a:p>
      </dgm:t>
    </dgm:pt>
    <dgm:pt modelId="{B1A61C05-99EA-4653-BA2B-635991F9C758}" type="parTrans" cxnId="{0BCEC865-C3D4-4104-90C5-0A3E59DA6D25}">
      <dgm:prSet/>
      <dgm:spPr/>
      <dgm:t>
        <a:bodyPr/>
        <a:lstStyle/>
        <a:p>
          <a:pPr algn="just"/>
          <a:endParaRPr lang="en-US"/>
        </a:p>
      </dgm:t>
    </dgm:pt>
    <dgm:pt modelId="{53B2F515-5B25-4645-9B5D-6D087F93CFDF}" type="sibTrans" cxnId="{0BCEC865-C3D4-4104-90C5-0A3E59DA6D25}">
      <dgm:prSet/>
      <dgm:spPr/>
      <dgm:t>
        <a:bodyPr/>
        <a:lstStyle/>
        <a:p>
          <a:pPr algn="just"/>
          <a:endParaRPr lang="en-US"/>
        </a:p>
      </dgm:t>
    </dgm:pt>
    <dgm:pt modelId="{7BE3B425-3C02-4903-BAFE-2BFDB3EFA19B}">
      <dgm:prSet/>
      <dgm:spPr/>
      <dgm:t>
        <a:bodyPr/>
        <a:lstStyle/>
        <a:p>
          <a:pPr algn="just"/>
          <a:r>
            <a:rPr lang="en-US" b="0" i="0" baseline="0"/>
            <a:t>Need for simple, safe, non-medical AI companion</a:t>
          </a:r>
          <a:endParaRPr lang="en-US"/>
        </a:p>
      </dgm:t>
    </dgm:pt>
    <dgm:pt modelId="{F33B853C-7527-47F0-9953-495FCA8D4C87}" type="parTrans" cxnId="{1CFF1EC7-E376-4FA3-AA00-3643B2303F3B}">
      <dgm:prSet/>
      <dgm:spPr/>
      <dgm:t>
        <a:bodyPr/>
        <a:lstStyle/>
        <a:p>
          <a:pPr algn="just"/>
          <a:endParaRPr lang="en-US"/>
        </a:p>
      </dgm:t>
    </dgm:pt>
    <dgm:pt modelId="{72564202-EBDB-4285-BD4E-8C4AE518ED50}" type="sibTrans" cxnId="{1CFF1EC7-E376-4FA3-AA00-3643B2303F3B}">
      <dgm:prSet/>
      <dgm:spPr/>
      <dgm:t>
        <a:bodyPr/>
        <a:lstStyle/>
        <a:p>
          <a:pPr algn="just"/>
          <a:endParaRPr lang="en-US"/>
        </a:p>
      </dgm:t>
    </dgm:pt>
    <dgm:pt modelId="{F5C2700D-64AF-456E-829F-546B52A72001}" type="pres">
      <dgm:prSet presAssocID="{63340A61-3221-4F0A-A3CC-C780E629C726}" presName="linear" presStyleCnt="0">
        <dgm:presLayoutVars>
          <dgm:animLvl val="lvl"/>
          <dgm:resizeHandles val="exact"/>
        </dgm:presLayoutVars>
      </dgm:prSet>
      <dgm:spPr/>
    </dgm:pt>
    <dgm:pt modelId="{42DA5D54-05F3-4B32-86AC-6C255223B462}" type="pres">
      <dgm:prSet presAssocID="{70C04BEE-C66C-4049-8BA1-582AEEF92F0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995290-7EE3-477E-B75D-F446024F02B0}" type="pres">
      <dgm:prSet presAssocID="{3328D152-8F42-48BA-A7FD-77D686AFBB64}" presName="spacer" presStyleCnt="0"/>
      <dgm:spPr/>
    </dgm:pt>
    <dgm:pt modelId="{C900D8F3-C7BF-43C2-9D49-30881CF7830E}" type="pres">
      <dgm:prSet presAssocID="{48785E67-57C1-4807-B3E2-55FD0CE546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D5500EF-EA01-4548-A3ED-3569A1ED6E69}" type="pres">
      <dgm:prSet presAssocID="{8FBA5B93-C1D9-4A61-B56B-3441045C30FD}" presName="spacer" presStyleCnt="0"/>
      <dgm:spPr/>
    </dgm:pt>
    <dgm:pt modelId="{F64E024C-7782-412D-883B-D4F55CD505BA}" type="pres">
      <dgm:prSet presAssocID="{CB56FB0C-8FBD-4524-B670-F0042EAB90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4C1F4C3-7DEE-43A2-BECA-B71808E3E10B}" type="pres">
      <dgm:prSet presAssocID="{53B2F515-5B25-4645-9B5D-6D087F93CFDF}" presName="spacer" presStyleCnt="0"/>
      <dgm:spPr/>
    </dgm:pt>
    <dgm:pt modelId="{26E37405-3931-4B65-86A2-3C7C6DA2216F}" type="pres">
      <dgm:prSet presAssocID="{7BE3B425-3C02-4903-BAFE-2BFDB3EFA19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854D13-F135-41E1-9DA1-27100EA15BF6}" srcId="{63340A61-3221-4F0A-A3CC-C780E629C726}" destId="{48785E67-57C1-4807-B3E2-55FD0CE54643}" srcOrd="1" destOrd="0" parTransId="{1B46078B-4C8F-4A8A-9C6C-84D9200908DF}" sibTransId="{8FBA5B93-C1D9-4A61-B56B-3441045C30FD}"/>
    <dgm:cxn modelId="{FB60A724-850A-4BD9-9C79-7ED98A964DBC}" type="presOf" srcId="{7BE3B425-3C02-4903-BAFE-2BFDB3EFA19B}" destId="{26E37405-3931-4B65-86A2-3C7C6DA2216F}" srcOrd="0" destOrd="0" presId="urn:microsoft.com/office/officeart/2005/8/layout/vList2"/>
    <dgm:cxn modelId="{7F25713F-4D7F-4DDA-8077-2DD85FD0449E}" srcId="{63340A61-3221-4F0A-A3CC-C780E629C726}" destId="{70C04BEE-C66C-4049-8BA1-582AEEF92F05}" srcOrd="0" destOrd="0" parTransId="{2809EEC4-105F-4BA7-BF47-4EC141971151}" sibTransId="{3328D152-8F42-48BA-A7FD-77D686AFBB64}"/>
    <dgm:cxn modelId="{0BCEC865-C3D4-4104-90C5-0A3E59DA6D25}" srcId="{63340A61-3221-4F0A-A3CC-C780E629C726}" destId="{CB56FB0C-8FBD-4524-B670-F0042EAB9050}" srcOrd="2" destOrd="0" parTransId="{B1A61C05-99EA-4653-BA2B-635991F9C758}" sibTransId="{53B2F515-5B25-4645-9B5D-6D087F93CFDF}"/>
    <dgm:cxn modelId="{06880C8D-3128-48DD-98CA-CBC8962697DE}" type="presOf" srcId="{70C04BEE-C66C-4049-8BA1-582AEEF92F05}" destId="{42DA5D54-05F3-4B32-86AC-6C255223B462}" srcOrd="0" destOrd="0" presId="urn:microsoft.com/office/officeart/2005/8/layout/vList2"/>
    <dgm:cxn modelId="{1CFF1EC7-E376-4FA3-AA00-3643B2303F3B}" srcId="{63340A61-3221-4F0A-A3CC-C780E629C726}" destId="{7BE3B425-3C02-4903-BAFE-2BFDB3EFA19B}" srcOrd="3" destOrd="0" parTransId="{F33B853C-7527-47F0-9953-495FCA8D4C87}" sibTransId="{72564202-EBDB-4285-BD4E-8C4AE518ED50}"/>
    <dgm:cxn modelId="{975124D4-C260-400E-ACD0-4DF5B8245B7D}" type="presOf" srcId="{CB56FB0C-8FBD-4524-B670-F0042EAB9050}" destId="{F64E024C-7782-412D-883B-D4F55CD505BA}" srcOrd="0" destOrd="0" presId="urn:microsoft.com/office/officeart/2005/8/layout/vList2"/>
    <dgm:cxn modelId="{6B7DFFE4-69F7-4215-ADD4-FABCB009924D}" type="presOf" srcId="{63340A61-3221-4F0A-A3CC-C780E629C726}" destId="{F5C2700D-64AF-456E-829F-546B52A72001}" srcOrd="0" destOrd="0" presId="urn:microsoft.com/office/officeart/2005/8/layout/vList2"/>
    <dgm:cxn modelId="{D60160F9-F534-41C8-A5E1-6E862C53EB3C}" type="presOf" srcId="{48785E67-57C1-4807-B3E2-55FD0CE54643}" destId="{C900D8F3-C7BF-43C2-9D49-30881CF7830E}" srcOrd="0" destOrd="0" presId="urn:microsoft.com/office/officeart/2005/8/layout/vList2"/>
    <dgm:cxn modelId="{E5ECE138-65A3-4770-BF32-873E500F6DB6}" type="presParOf" srcId="{F5C2700D-64AF-456E-829F-546B52A72001}" destId="{42DA5D54-05F3-4B32-86AC-6C255223B462}" srcOrd="0" destOrd="0" presId="urn:microsoft.com/office/officeart/2005/8/layout/vList2"/>
    <dgm:cxn modelId="{85F32602-FEBD-4F4B-BAAA-C40962EE66F5}" type="presParOf" srcId="{F5C2700D-64AF-456E-829F-546B52A72001}" destId="{C9995290-7EE3-477E-B75D-F446024F02B0}" srcOrd="1" destOrd="0" presId="urn:microsoft.com/office/officeart/2005/8/layout/vList2"/>
    <dgm:cxn modelId="{18C74E4C-AA85-49FD-8C3E-5DD9F141E886}" type="presParOf" srcId="{F5C2700D-64AF-456E-829F-546B52A72001}" destId="{C900D8F3-C7BF-43C2-9D49-30881CF7830E}" srcOrd="2" destOrd="0" presId="urn:microsoft.com/office/officeart/2005/8/layout/vList2"/>
    <dgm:cxn modelId="{A23D5AD2-D5F5-4371-BA05-33687906E053}" type="presParOf" srcId="{F5C2700D-64AF-456E-829F-546B52A72001}" destId="{6D5500EF-EA01-4548-A3ED-3569A1ED6E69}" srcOrd="3" destOrd="0" presId="urn:microsoft.com/office/officeart/2005/8/layout/vList2"/>
    <dgm:cxn modelId="{4087628D-8921-4DE2-A99F-CEF3F1800ED7}" type="presParOf" srcId="{F5C2700D-64AF-456E-829F-546B52A72001}" destId="{F64E024C-7782-412D-883B-D4F55CD505BA}" srcOrd="4" destOrd="0" presId="urn:microsoft.com/office/officeart/2005/8/layout/vList2"/>
    <dgm:cxn modelId="{320EE66C-197E-4917-8377-DCDE72A830A1}" type="presParOf" srcId="{F5C2700D-64AF-456E-829F-546B52A72001}" destId="{94C1F4C3-7DEE-43A2-BECA-B71808E3E10B}" srcOrd="5" destOrd="0" presId="urn:microsoft.com/office/officeart/2005/8/layout/vList2"/>
    <dgm:cxn modelId="{66B64F77-99FB-4C3C-9EED-B48A6A4FB7A3}" type="presParOf" srcId="{F5C2700D-64AF-456E-829F-546B52A72001}" destId="{26E37405-3931-4B65-86A2-3C7C6DA2216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489ADE-0372-45AA-AB41-52AC4775A87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3D67C8-BFCD-40BA-873D-4BB565F714D7}">
      <dgm:prSet/>
      <dgm:spPr/>
      <dgm:t>
        <a:bodyPr/>
        <a:lstStyle/>
        <a:p>
          <a:r>
            <a:rPr lang="en-US" b="1" i="0" baseline="0" dirty="0"/>
            <a:t>Mood-based emotional support</a:t>
          </a:r>
          <a:endParaRPr lang="en-US" b="1" dirty="0"/>
        </a:p>
      </dgm:t>
    </dgm:pt>
    <dgm:pt modelId="{ADD1FD03-7986-4501-9418-8F3C36FB08CE}" type="parTrans" cxnId="{1E1F65DB-3332-4FA8-886C-9265C6FB457D}">
      <dgm:prSet/>
      <dgm:spPr/>
      <dgm:t>
        <a:bodyPr/>
        <a:lstStyle/>
        <a:p>
          <a:endParaRPr lang="en-US"/>
        </a:p>
      </dgm:t>
    </dgm:pt>
    <dgm:pt modelId="{EA2D2BF7-A695-402C-A27B-6570E7E50DA2}" type="sibTrans" cxnId="{1E1F65DB-3332-4FA8-886C-9265C6FB457D}">
      <dgm:prSet/>
      <dgm:spPr/>
      <dgm:t>
        <a:bodyPr/>
        <a:lstStyle/>
        <a:p>
          <a:endParaRPr lang="en-US"/>
        </a:p>
      </dgm:t>
    </dgm:pt>
    <dgm:pt modelId="{0B079CCD-C007-48A8-A24A-3A5CF57CAF5B}">
      <dgm:prSet/>
      <dgm:spPr/>
      <dgm:t>
        <a:bodyPr/>
        <a:lstStyle/>
        <a:p>
          <a:r>
            <a:rPr lang="en-US" b="1" i="0" baseline="0"/>
            <a:t>Non-medical mindfulness tips</a:t>
          </a:r>
          <a:endParaRPr lang="en-US" b="1"/>
        </a:p>
      </dgm:t>
    </dgm:pt>
    <dgm:pt modelId="{EA285504-EB4A-460D-8C44-EC446A206D0A}" type="parTrans" cxnId="{226127F1-6E2E-4FA4-AC22-C6394326E0BE}">
      <dgm:prSet/>
      <dgm:spPr/>
      <dgm:t>
        <a:bodyPr/>
        <a:lstStyle/>
        <a:p>
          <a:endParaRPr lang="en-US"/>
        </a:p>
      </dgm:t>
    </dgm:pt>
    <dgm:pt modelId="{6C025A12-38BA-4234-A8FE-0826613DC125}" type="sibTrans" cxnId="{226127F1-6E2E-4FA4-AC22-C6394326E0BE}">
      <dgm:prSet/>
      <dgm:spPr/>
      <dgm:t>
        <a:bodyPr/>
        <a:lstStyle/>
        <a:p>
          <a:endParaRPr lang="en-US"/>
        </a:p>
      </dgm:t>
    </dgm:pt>
    <dgm:pt modelId="{A68ADB86-7E9E-4F58-9B46-0915394D3934}">
      <dgm:prSet/>
      <dgm:spPr/>
      <dgm:t>
        <a:bodyPr/>
        <a:lstStyle/>
        <a:p>
          <a:r>
            <a:rPr lang="en-US" b="1" i="0" baseline="0"/>
            <a:t>Personalized fitness plans</a:t>
          </a:r>
          <a:endParaRPr lang="en-US" b="1"/>
        </a:p>
      </dgm:t>
    </dgm:pt>
    <dgm:pt modelId="{78D1B13A-724B-48EF-A985-EEC88CE7996A}" type="parTrans" cxnId="{C0CB9588-DDBC-483D-B830-84170B447C24}">
      <dgm:prSet/>
      <dgm:spPr/>
      <dgm:t>
        <a:bodyPr/>
        <a:lstStyle/>
        <a:p>
          <a:endParaRPr lang="en-US"/>
        </a:p>
      </dgm:t>
    </dgm:pt>
    <dgm:pt modelId="{7136852F-227F-4990-9B3F-B5F712AC3D27}" type="sibTrans" cxnId="{C0CB9588-DDBC-483D-B830-84170B447C24}">
      <dgm:prSet/>
      <dgm:spPr/>
      <dgm:t>
        <a:bodyPr/>
        <a:lstStyle/>
        <a:p>
          <a:endParaRPr lang="en-US"/>
        </a:p>
      </dgm:t>
    </dgm:pt>
    <dgm:pt modelId="{6A425343-B448-4C57-8E73-405709DFFD3A}">
      <dgm:prSet/>
      <dgm:spPr/>
      <dgm:t>
        <a:bodyPr/>
        <a:lstStyle/>
        <a:p>
          <a:r>
            <a:rPr lang="en-US" b="1" i="0" baseline="0"/>
            <a:t>AI chatbox for general queries</a:t>
          </a:r>
          <a:endParaRPr lang="en-US" b="1"/>
        </a:p>
      </dgm:t>
    </dgm:pt>
    <dgm:pt modelId="{1ED0BC39-7817-40C1-A60A-BEDC435E9E10}" type="parTrans" cxnId="{9264F27C-3238-4F15-AA74-6C55AC533477}">
      <dgm:prSet/>
      <dgm:spPr/>
      <dgm:t>
        <a:bodyPr/>
        <a:lstStyle/>
        <a:p>
          <a:endParaRPr lang="en-US"/>
        </a:p>
      </dgm:t>
    </dgm:pt>
    <dgm:pt modelId="{0881DD6D-CEF6-418F-B7E6-6CB395825983}" type="sibTrans" cxnId="{9264F27C-3238-4F15-AA74-6C55AC533477}">
      <dgm:prSet/>
      <dgm:spPr/>
      <dgm:t>
        <a:bodyPr/>
        <a:lstStyle/>
        <a:p>
          <a:endParaRPr lang="en-US"/>
        </a:p>
      </dgm:t>
    </dgm:pt>
    <dgm:pt modelId="{BACFEEE1-9E69-47FC-80E9-1BE9565278DF}">
      <dgm:prSet/>
      <dgm:spPr/>
      <dgm:t>
        <a:bodyPr/>
        <a:lstStyle/>
        <a:p>
          <a:r>
            <a:rPr lang="en-US" b="1" i="0" baseline="0"/>
            <a:t>Health-report upload for analysis</a:t>
          </a:r>
          <a:endParaRPr lang="en-US" b="1"/>
        </a:p>
      </dgm:t>
    </dgm:pt>
    <dgm:pt modelId="{D5D14203-3A92-4529-8FD6-CF2C15D302E6}" type="parTrans" cxnId="{D0EFAAFC-06BC-4B17-83E7-68A3B65FD087}">
      <dgm:prSet/>
      <dgm:spPr/>
      <dgm:t>
        <a:bodyPr/>
        <a:lstStyle/>
        <a:p>
          <a:endParaRPr lang="en-US"/>
        </a:p>
      </dgm:t>
    </dgm:pt>
    <dgm:pt modelId="{41D12117-5DDF-4F16-9B2C-135C0D5802D6}" type="sibTrans" cxnId="{D0EFAAFC-06BC-4B17-83E7-68A3B65FD087}">
      <dgm:prSet/>
      <dgm:spPr/>
      <dgm:t>
        <a:bodyPr/>
        <a:lstStyle/>
        <a:p>
          <a:endParaRPr lang="en-US"/>
        </a:p>
      </dgm:t>
    </dgm:pt>
    <dgm:pt modelId="{EA6F19A0-D181-4A40-A47F-ADDD76865BF1}" type="pres">
      <dgm:prSet presAssocID="{12489ADE-0372-45AA-AB41-52AC4775A870}" presName="root" presStyleCnt="0">
        <dgm:presLayoutVars>
          <dgm:dir/>
          <dgm:resizeHandles val="exact"/>
        </dgm:presLayoutVars>
      </dgm:prSet>
      <dgm:spPr/>
    </dgm:pt>
    <dgm:pt modelId="{371CF937-89A8-4DB7-8ED3-1B3C9FDD4EE7}" type="pres">
      <dgm:prSet presAssocID="{7E3D67C8-BFCD-40BA-873D-4BB565F714D7}" presName="compNode" presStyleCnt="0"/>
      <dgm:spPr/>
    </dgm:pt>
    <dgm:pt modelId="{7C9C1051-2263-49B1-97A7-35D523C8030F}" type="pres">
      <dgm:prSet presAssocID="{7E3D67C8-BFCD-40BA-873D-4BB565F714D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ry Face with No Fill"/>
        </a:ext>
      </dgm:extLst>
    </dgm:pt>
    <dgm:pt modelId="{BEA4D993-9631-45F4-87D6-91EB8B6DB28B}" type="pres">
      <dgm:prSet presAssocID="{7E3D67C8-BFCD-40BA-873D-4BB565F714D7}" presName="spaceRect" presStyleCnt="0"/>
      <dgm:spPr/>
    </dgm:pt>
    <dgm:pt modelId="{6CF7ACB8-FC17-44EE-AAAE-C29911DDCE89}" type="pres">
      <dgm:prSet presAssocID="{7E3D67C8-BFCD-40BA-873D-4BB565F714D7}" presName="textRect" presStyleLbl="revTx" presStyleIdx="0" presStyleCnt="5">
        <dgm:presLayoutVars>
          <dgm:chMax val="1"/>
          <dgm:chPref val="1"/>
        </dgm:presLayoutVars>
      </dgm:prSet>
      <dgm:spPr/>
    </dgm:pt>
    <dgm:pt modelId="{D2E2141C-B324-491C-ABBE-F5B2BD16CDD9}" type="pres">
      <dgm:prSet presAssocID="{EA2D2BF7-A695-402C-A27B-6570E7E50DA2}" presName="sibTrans" presStyleCnt="0"/>
      <dgm:spPr/>
    </dgm:pt>
    <dgm:pt modelId="{632C0E64-B4E7-4320-9BB3-4551DFE437AE}" type="pres">
      <dgm:prSet presAssocID="{0B079CCD-C007-48A8-A24A-3A5CF57CAF5B}" presName="compNode" presStyleCnt="0"/>
      <dgm:spPr/>
    </dgm:pt>
    <dgm:pt modelId="{3AD07C98-52FD-4F24-8BCF-0AE1242A912A}" type="pres">
      <dgm:prSet presAssocID="{0B079CCD-C007-48A8-A24A-3A5CF57CAF5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7A875A54-45DE-4A9B-B915-D04727D09DDD}" type="pres">
      <dgm:prSet presAssocID="{0B079CCD-C007-48A8-A24A-3A5CF57CAF5B}" presName="spaceRect" presStyleCnt="0"/>
      <dgm:spPr/>
    </dgm:pt>
    <dgm:pt modelId="{ECA183C4-AF27-4FF2-A213-0E586F00BF18}" type="pres">
      <dgm:prSet presAssocID="{0B079CCD-C007-48A8-A24A-3A5CF57CAF5B}" presName="textRect" presStyleLbl="revTx" presStyleIdx="1" presStyleCnt="5">
        <dgm:presLayoutVars>
          <dgm:chMax val="1"/>
          <dgm:chPref val="1"/>
        </dgm:presLayoutVars>
      </dgm:prSet>
      <dgm:spPr/>
    </dgm:pt>
    <dgm:pt modelId="{82792FE5-D024-47F7-BFF8-75B338124972}" type="pres">
      <dgm:prSet presAssocID="{6C025A12-38BA-4234-A8FE-0826613DC125}" presName="sibTrans" presStyleCnt="0"/>
      <dgm:spPr/>
    </dgm:pt>
    <dgm:pt modelId="{11F1783B-AE99-4DAC-86DB-74FA76482EFD}" type="pres">
      <dgm:prSet presAssocID="{A68ADB86-7E9E-4F58-9B46-0915394D3934}" presName="compNode" presStyleCnt="0"/>
      <dgm:spPr/>
    </dgm:pt>
    <dgm:pt modelId="{0740FC73-7546-4C4F-8750-5DCD0E8BD892}" type="pres">
      <dgm:prSet presAssocID="{A68ADB86-7E9E-4F58-9B46-0915394D393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D3B86C9B-17C9-401F-B0BD-03CDC8BAE81D}" type="pres">
      <dgm:prSet presAssocID="{A68ADB86-7E9E-4F58-9B46-0915394D3934}" presName="spaceRect" presStyleCnt="0"/>
      <dgm:spPr/>
    </dgm:pt>
    <dgm:pt modelId="{944E26A0-E9A5-4562-A0B8-D2770EBDA2A1}" type="pres">
      <dgm:prSet presAssocID="{A68ADB86-7E9E-4F58-9B46-0915394D3934}" presName="textRect" presStyleLbl="revTx" presStyleIdx="2" presStyleCnt="5">
        <dgm:presLayoutVars>
          <dgm:chMax val="1"/>
          <dgm:chPref val="1"/>
        </dgm:presLayoutVars>
      </dgm:prSet>
      <dgm:spPr/>
    </dgm:pt>
    <dgm:pt modelId="{C3518CF3-4C8F-4553-97B9-714B3CC592FC}" type="pres">
      <dgm:prSet presAssocID="{7136852F-227F-4990-9B3F-B5F712AC3D27}" presName="sibTrans" presStyleCnt="0"/>
      <dgm:spPr/>
    </dgm:pt>
    <dgm:pt modelId="{814C2D3B-7C68-4A15-BA6B-14A56891E6F4}" type="pres">
      <dgm:prSet presAssocID="{6A425343-B448-4C57-8E73-405709DFFD3A}" presName="compNode" presStyleCnt="0"/>
      <dgm:spPr/>
    </dgm:pt>
    <dgm:pt modelId="{BB9760A9-46C7-4397-9899-914EA1E94045}" type="pres">
      <dgm:prSet presAssocID="{6A425343-B448-4C57-8E73-405709DFFD3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4D8045D-1E41-4240-B9F0-6BB3FB4415A0}" type="pres">
      <dgm:prSet presAssocID="{6A425343-B448-4C57-8E73-405709DFFD3A}" presName="spaceRect" presStyleCnt="0"/>
      <dgm:spPr/>
    </dgm:pt>
    <dgm:pt modelId="{DF2B15B3-5D6B-48A0-8310-A3A10E5CA5E5}" type="pres">
      <dgm:prSet presAssocID="{6A425343-B448-4C57-8E73-405709DFFD3A}" presName="textRect" presStyleLbl="revTx" presStyleIdx="3" presStyleCnt="5">
        <dgm:presLayoutVars>
          <dgm:chMax val="1"/>
          <dgm:chPref val="1"/>
        </dgm:presLayoutVars>
      </dgm:prSet>
      <dgm:spPr/>
    </dgm:pt>
    <dgm:pt modelId="{A073AF86-9101-442C-BC66-995F81C58419}" type="pres">
      <dgm:prSet presAssocID="{0881DD6D-CEF6-418F-B7E6-6CB395825983}" presName="sibTrans" presStyleCnt="0"/>
      <dgm:spPr/>
    </dgm:pt>
    <dgm:pt modelId="{158FF371-23C7-4633-81C9-411EADB2AFE4}" type="pres">
      <dgm:prSet presAssocID="{BACFEEE1-9E69-47FC-80E9-1BE9565278DF}" presName="compNode" presStyleCnt="0"/>
      <dgm:spPr/>
    </dgm:pt>
    <dgm:pt modelId="{F3618DFA-8B40-4316-95AF-288D79146D52}" type="pres">
      <dgm:prSet presAssocID="{BACFEEE1-9E69-47FC-80E9-1BE9565278D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5AB358C7-30E9-44E1-9A02-51743D63BDF2}" type="pres">
      <dgm:prSet presAssocID="{BACFEEE1-9E69-47FC-80E9-1BE9565278DF}" presName="spaceRect" presStyleCnt="0"/>
      <dgm:spPr/>
    </dgm:pt>
    <dgm:pt modelId="{E8C57004-E48B-43CC-92B5-34B00EE96C52}" type="pres">
      <dgm:prSet presAssocID="{BACFEEE1-9E69-47FC-80E9-1BE9565278D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5FFC778-535C-4062-97FA-9D2D65B2865C}" type="presOf" srcId="{6A425343-B448-4C57-8E73-405709DFFD3A}" destId="{DF2B15B3-5D6B-48A0-8310-A3A10E5CA5E5}" srcOrd="0" destOrd="0" presId="urn:microsoft.com/office/officeart/2018/2/layout/IconLabelList"/>
    <dgm:cxn modelId="{47C96079-2E84-49BB-8518-841850F3FD9C}" type="presOf" srcId="{A68ADB86-7E9E-4F58-9B46-0915394D3934}" destId="{944E26A0-E9A5-4562-A0B8-D2770EBDA2A1}" srcOrd="0" destOrd="0" presId="urn:microsoft.com/office/officeart/2018/2/layout/IconLabelList"/>
    <dgm:cxn modelId="{9264F27C-3238-4F15-AA74-6C55AC533477}" srcId="{12489ADE-0372-45AA-AB41-52AC4775A870}" destId="{6A425343-B448-4C57-8E73-405709DFFD3A}" srcOrd="3" destOrd="0" parTransId="{1ED0BC39-7817-40C1-A60A-BEDC435E9E10}" sibTransId="{0881DD6D-CEF6-418F-B7E6-6CB395825983}"/>
    <dgm:cxn modelId="{AA57CE7D-3288-40E3-9E4C-7806EE2B7C28}" type="presOf" srcId="{12489ADE-0372-45AA-AB41-52AC4775A870}" destId="{EA6F19A0-D181-4A40-A47F-ADDD76865BF1}" srcOrd="0" destOrd="0" presId="urn:microsoft.com/office/officeart/2018/2/layout/IconLabelList"/>
    <dgm:cxn modelId="{C0CB9588-DDBC-483D-B830-84170B447C24}" srcId="{12489ADE-0372-45AA-AB41-52AC4775A870}" destId="{A68ADB86-7E9E-4F58-9B46-0915394D3934}" srcOrd="2" destOrd="0" parTransId="{78D1B13A-724B-48EF-A985-EEC88CE7996A}" sibTransId="{7136852F-227F-4990-9B3F-B5F712AC3D27}"/>
    <dgm:cxn modelId="{7AC85EBE-C923-4DF2-9BA6-BFF9A7A3BD08}" type="presOf" srcId="{7E3D67C8-BFCD-40BA-873D-4BB565F714D7}" destId="{6CF7ACB8-FC17-44EE-AAAE-C29911DDCE89}" srcOrd="0" destOrd="0" presId="urn:microsoft.com/office/officeart/2018/2/layout/IconLabelList"/>
    <dgm:cxn modelId="{C85D28C3-09B4-4835-A3E2-8B86586FFD54}" type="presOf" srcId="{0B079CCD-C007-48A8-A24A-3A5CF57CAF5B}" destId="{ECA183C4-AF27-4FF2-A213-0E586F00BF18}" srcOrd="0" destOrd="0" presId="urn:microsoft.com/office/officeart/2018/2/layout/IconLabelList"/>
    <dgm:cxn modelId="{1E1F65DB-3332-4FA8-886C-9265C6FB457D}" srcId="{12489ADE-0372-45AA-AB41-52AC4775A870}" destId="{7E3D67C8-BFCD-40BA-873D-4BB565F714D7}" srcOrd="0" destOrd="0" parTransId="{ADD1FD03-7986-4501-9418-8F3C36FB08CE}" sibTransId="{EA2D2BF7-A695-402C-A27B-6570E7E50DA2}"/>
    <dgm:cxn modelId="{226127F1-6E2E-4FA4-AC22-C6394326E0BE}" srcId="{12489ADE-0372-45AA-AB41-52AC4775A870}" destId="{0B079CCD-C007-48A8-A24A-3A5CF57CAF5B}" srcOrd="1" destOrd="0" parTransId="{EA285504-EB4A-460D-8C44-EC446A206D0A}" sibTransId="{6C025A12-38BA-4234-A8FE-0826613DC125}"/>
    <dgm:cxn modelId="{622A17FC-7F27-4DC5-B742-4ABF7EC837EA}" type="presOf" srcId="{BACFEEE1-9E69-47FC-80E9-1BE9565278DF}" destId="{E8C57004-E48B-43CC-92B5-34B00EE96C52}" srcOrd="0" destOrd="0" presId="urn:microsoft.com/office/officeart/2018/2/layout/IconLabelList"/>
    <dgm:cxn modelId="{D0EFAAFC-06BC-4B17-83E7-68A3B65FD087}" srcId="{12489ADE-0372-45AA-AB41-52AC4775A870}" destId="{BACFEEE1-9E69-47FC-80E9-1BE9565278DF}" srcOrd="4" destOrd="0" parTransId="{D5D14203-3A92-4529-8FD6-CF2C15D302E6}" sibTransId="{41D12117-5DDF-4F16-9B2C-135C0D5802D6}"/>
    <dgm:cxn modelId="{E624FFCF-9D71-424C-BB55-ADFF31156F0D}" type="presParOf" srcId="{EA6F19A0-D181-4A40-A47F-ADDD76865BF1}" destId="{371CF937-89A8-4DB7-8ED3-1B3C9FDD4EE7}" srcOrd="0" destOrd="0" presId="urn:microsoft.com/office/officeart/2018/2/layout/IconLabelList"/>
    <dgm:cxn modelId="{8CBE802D-79F8-4F63-B179-005E94B52801}" type="presParOf" srcId="{371CF937-89A8-4DB7-8ED3-1B3C9FDD4EE7}" destId="{7C9C1051-2263-49B1-97A7-35D523C8030F}" srcOrd="0" destOrd="0" presId="urn:microsoft.com/office/officeart/2018/2/layout/IconLabelList"/>
    <dgm:cxn modelId="{1E4FF0B1-4ECE-41BC-8FBE-AB576222BDF4}" type="presParOf" srcId="{371CF937-89A8-4DB7-8ED3-1B3C9FDD4EE7}" destId="{BEA4D993-9631-45F4-87D6-91EB8B6DB28B}" srcOrd="1" destOrd="0" presId="urn:microsoft.com/office/officeart/2018/2/layout/IconLabelList"/>
    <dgm:cxn modelId="{E77867AB-CFC9-46C5-A843-5DE2E3AA1624}" type="presParOf" srcId="{371CF937-89A8-4DB7-8ED3-1B3C9FDD4EE7}" destId="{6CF7ACB8-FC17-44EE-AAAE-C29911DDCE89}" srcOrd="2" destOrd="0" presId="urn:microsoft.com/office/officeart/2018/2/layout/IconLabelList"/>
    <dgm:cxn modelId="{D162E1EF-C049-4E1E-A956-7D74D15F8FCF}" type="presParOf" srcId="{EA6F19A0-D181-4A40-A47F-ADDD76865BF1}" destId="{D2E2141C-B324-491C-ABBE-F5B2BD16CDD9}" srcOrd="1" destOrd="0" presId="urn:microsoft.com/office/officeart/2018/2/layout/IconLabelList"/>
    <dgm:cxn modelId="{6D5320A8-9805-48E6-8445-2D2EEBE47D8C}" type="presParOf" srcId="{EA6F19A0-D181-4A40-A47F-ADDD76865BF1}" destId="{632C0E64-B4E7-4320-9BB3-4551DFE437AE}" srcOrd="2" destOrd="0" presId="urn:microsoft.com/office/officeart/2018/2/layout/IconLabelList"/>
    <dgm:cxn modelId="{0BC866C9-F669-485E-9CC1-D58F34A604C4}" type="presParOf" srcId="{632C0E64-B4E7-4320-9BB3-4551DFE437AE}" destId="{3AD07C98-52FD-4F24-8BCF-0AE1242A912A}" srcOrd="0" destOrd="0" presId="urn:microsoft.com/office/officeart/2018/2/layout/IconLabelList"/>
    <dgm:cxn modelId="{8A83C0A2-EC9C-446B-BC64-83FA7BA1A0F1}" type="presParOf" srcId="{632C0E64-B4E7-4320-9BB3-4551DFE437AE}" destId="{7A875A54-45DE-4A9B-B915-D04727D09DDD}" srcOrd="1" destOrd="0" presId="urn:microsoft.com/office/officeart/2018/2/layout/IconLabelList"/>
    <dgm:cxn modelId="{FC67D32A-F4AC-4DE4-8C4F-AA39F59E0AF4}" type="presParOf" srcId="{632C0E64-B4E7-4320-9BB3-4551DFE437AE}" destId="{ECA183C4-AF27-4FF2-A213-0E586F00BF18}" srcOrd="2" destOrd="0" presId="urn:microsoft.com/office/officeart/2018/2/layout/IconLabelList"/>
    <dgm:cxn modelId="{5D46DC52-78CF-4B40-A066-1133619CB8F8}" type="presParOf" srcId="{EA6F19A0-D181-4A40-A47F-ADDD76865BF1}" destId="{82792FE5-D024-47F7-BFF8-75B338124972}" srcOrd="3" destOrd="0" presId="urn:microsoft.com/office/officeart/2018/2/layout/IconLabelList"/>
    <dgm:cxn modelId="{1FF1C96C-0CC2-4CF1-89A6-D45529343329}" type="presParOf" srcId="{EA6F19A0-D181-4A40-A47F-ADDD76865BF1}" destId="{11F1783B-AE99-4DAC-86DB-74FA76482EFD}" srcOrd="4" destOrd="0" presId="urn:microsoft.com/office/officeart/2018/2/layout/IconLabelList"/>
    <dgm:cxn modelId="{8DF5E6A5-DFB7-43DF-AD0D-083CC1CD1220}" type="presParOf" srcId="{11F1783B-AE99-4DAC-86DB-74FA76482EFD}" destId="{0740FC73-7546-4C4F-8750-5DCD0E8BD892}" srcOrd="0" destOrd="0" presId="urn:microsoft.com/office/officeart/2018/2/layout/IconLabelList"/>
    <dgm:cxn modelId="{68199E69-16C1-4273-90DF-0AEF947D40C8}" type="presParOf" srcId="{11F1783B-AE99-4DAC-86DB-74FA76482EFD}" destId="{D3B86C9B-17C9-401F-B0BD-03CDC8BAE81D}" srcOrd="1" destOrd="0" presId="urn:microsoft.com/office/officeart/2018/2/layout/IconLabelList"/>
    <dgm:cxn modelId="{39483235-E8E1-40AA-A1EA-F081E5166C63}" type="presParOf" srcId="{11F1783B-AE99-4DAC-86DB-74FA76482EFD}" destId="{944E26A0-E9A5-4562-A0B8-D2770EBDA2A1}" srcOrd="2" destOrd="0" presId="urn:microsoft.com/office/officeart/2018/2/layout/IconLabelList"/>
    <dgm:cxn modelId="{A38179B1-14EA-4D82-BBC9-95F8411529EA}" type="presParOf" srcId="{EA6F19A0-D181-4A40-A47F-ADDD76865BF1}" destId="{C3518CF3-4C8F-4553-97B9-714B3CC592FC}" srcOrd="5" destOrd="0" presId="urn:microsoft.com/office/officeart/2018/2/layout/IconLabelList"/>
    <dgm:cxn modelId="{4AD8028F-CAEE-41B9-B833-F04FAA845B55}" type="presParOf" srcId="{EA6F19A0-D181-4A40-A47F-ADDD76865BF1}" destId="{814C2D3B-7C68-4A15-BA6B-14A56891E6F4}" srcOrd="6" destOrd="0" presId="urn:microsoft.com/office/officeart/2018/2/layout/IconLabelList"/>
    <dgm:cxn modelId="{C1B92950-E645-4493-A559-F5A2E09E09AF}" type="presParOf" srcId="{814C2D3B-7C68-4A15-BA6B-14A56891E6F4}" destId="{BB9760A9-46C7-4397-9899-914EA1E94045}" srcOrd="0" destOrd="0" presId="urn:microsoft.com/office/officeart/2018/2/layout/IconLabelList"/>
    <dgm:cxn modelId="{6BF04EBC-F4F5-455A-8E94-825D505546A5}" type="presParOf" srcId="{814C2D3B-7C68-4A15-BA6B-14A56891E6F4}" destId="{64D8045D-1E41-4240-B9F0-6BB3FB4415A0}" srcOrd="1" destOrd="0" presId="urn:microsoft.com/office/officeart/2018/2/layout/IconLabelList"/>
    <dgm:cxn modelId="{0EBFD567-8FD6-4543-A79D-02C7DFA0444A}" type="presParOf" srcId="{814C2D3B-7C68-4A15-BA6B-14A56891E6F4}" destId="{DF2B15B3-5D6B-48A0-8310-A3A10E5CA5E5}" srcOrd="2" destOrd="0" presId="urn:microsoft.com/office/officeart/2018/2/layout/IconLabelList"/>
    <dgm:cxn modelId="{ABDC1A6E-0DC1-43A6-8517-7CED0020CE36}" type="presParOf" srcId="{EA6F19A0-D181-4A40-A47F-ADDD76865BF1}" destId="{A073AF86-9101-442C-BC66-995F81C58419}" srcOrd="7" destOrd="0" presId="urn:microsoft.com/office/officeart/2018/2/layout/IconLabelList"/>
    <dgm:cxn modelId="{650A83E7-B3D9-45FF-B009-88A7202903A2}" type="presParOf" srcId="{EA6F19A0-D181-4A40-A47F-ADDD76865BF1}" destId="{158FF371-23C7-4633-81C9-411EADB2AFE4}" srcOrd="8" destOrd="0" presId="urn:microsoft.com/office/officeart/2018/2/layout/IconLabelList"/>
    <dgm:cxn modelId="{2AE62F20-3872-4908-9EAC-B49311D2674E}" type="presParOf" srcId="{158FF371-23C7-4633-81C9-411EADB2AFE4}" destId="{F3618DFA-8B40-4316-95AF-288D79146D52}" srcOrd="0" destOrd="0" presId="urn:microsoft.com/office/officeart/2018/2/layout/IconLabelList"/>
    <dgm:cxn modelId="{737E6021-D569-4D7C-BA8D-8F45537462DF}" type="presParOf" srcId="{158FF371-23C7-4633-81C9-411EADB2AFE4}" destId="{5AB358C7-30E9-44E1-9A02-51743D63BDF2}" srcOrd="1" destOrd="0" presId="urn:microsoft.com/office/officeart/2018/2/layout/IconLabelList"/>
    <dgm:cxn modelId="{C2E8333F-AFF9-44AD-8B18-7AE70E38951F}" type="presParOf" srcId="{158FF371-23C7-4633-81C9-411EADB2AFE4}" destId="{E8C57004-E48B-43CC-92B5-34B00EE96C5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9EC54F-A028-428C-AA11-2DFAEEE5698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DC676DF-07CA-4FF6-92EE-8DFEC656086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React Vite frontend (UI)</a:t>
          </a:r>
          <a:endParaRPr lang="en-US" b="1"/>
        </a:p>
      </dgm:t>
    </dgm:pt>
    <dgm:pt modelId="{F5CA826B-6431-4CEB-8FCD-CBAC6135AED6}" type="parTrans" cxnId="{E7E2408D-3040-4C90-B7E0-4B69E190FCBD}">
      <dgm:prSet/>
      <dgm:spPr/>
      <dgm:t>
        <a:bodyPr/>
        <a:lstStyle/>
        <a:p>
          <a:endParaRPr lang="en-US" b="1"/>
        </a:p>
      </dgm:t>
    </dgm:pt>
    <dgm:pt modelId="{F933EBCE-304C-4BBB-A190-378069B7DBB4}" type="sibTrans" cxnId="{E7E2408D-3040-4C90-B7E0-4B69E190FCBD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49ADF40E-6D0D-4B86-9705-2825FC97023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FastAPI backend (processing + AI)</a:t>
          </a:r>
          <a:endParaRPr lang="en-US" b="1"/>
        </a:p>
      </dgm:t>
    </dgm:pt>
    <dgm:pt modelId="{8663BFE5-AB58-4083-99FA-EA8B90F276CA}" type="parTrans" cxnId="{0AFAFBE0-25C7-49B7-9668-A2A5C6B4828C}">
      <dgm:prSet/>
      <dgm:spPr/>
      <dgm:t>
        <a:bodyPr/>
        <a:lstStyle/>
        <a:p>
          <a:endParaRPr lang="en-US" b="1"/>
        </a:p>
      </dgm:t>
    </dgm:pt>
    <dgm:pt modelId="{A769BCE2-41B4-45F6-A8D7-BAE947965BCC}" type="sibTrans" cxnId="{0AFAFBE0-25C7-49B7-9668-A2A5C6B4828C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44661EFC-2A91-44B3-ADCE-F0715447B9E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Fitness plan generator</a:t>
          </a:r>
          <a:endParaRPr lang="en-US" b="1"/>
        </a:p>
      </dgm:t>
    </dgm:pt>
    <dgm:pt modelId="{A8E8A268-B83F-43F1-9356-8F1E71DAB00F}" type="parTrans" cxnId="{9023E6AA-E6EC-46B6-9BBB-B0E226D5E8B6}">
      <dgm:prSet/>
      <dgm:spPr/>
      <dgm:t>
        <a:bodyPr/>
        <a:lstStyle/>
        <a:p>
          <a:endParaRPr lang="en-US" b="1"/>
        </a:p>
      </dgm:t>
    </dgm:pt>
    <dgm:pt modelId="{8479AAB2-8B24-40AC-880E-354199E5D28C}" type="sibTrans" cxnId="{9023E6AA-E6EC-46B6-9BBB-B0E226D5E8B6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FEBE486B-06DB-47E0-9996-95D68A28680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Mood wellness engine</a:t>
          </a:r>
          <a:endParaRPr lang="en-US" b="1"/>
        </a:p>
      </dgm:t>
    </dgm:pt>
    <dgm:pt modelId="{686A83A0-ED4D-480A-BD9B-CDBC83B4D2B5}" type="parTrans" cxnId="{560DAAAC-5FCA-4E98-98E8-C08D0D777524}">
      <dgm:prSet/>
      <dgm:spPr/>
      <dgm:t>
        <a:bodyPr/>
        <a:lstStyle/>
        <a:p>
          <a:endParaRPr lang="en-US" b="1"/>
        </a:p>
      </dgm:t>
    </dgm:pt>
    <dgm:pt modelId="{100F1162-E93B-4402-9F9C-AE814622006F}" type="sibTrans" cxnId="{560DAAAC-5FCA-4E98-98E8-C08D0D777524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85C26007-0CAB-4D3D-ABE9-918D238941A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AI Chatbox (LLM-based)</a:t>
          </a:r>
          <a:endParaRPr lang="en-US" b="1"/>
        </a:p>
      </dgm:t>
    </dgm:pt>
    <dgm:pt modelId="{0BB9ECF0-8BDA-4001-A87A-E741699A64C0}" type="parTrans" cxnId="{6D7F92B8-7FB0-436E-90C6-46705967EBC4}">
      <dgm:prSet/>
      <dgm:spPr/>
      <dgm:t>
        <a:bodyPr/>
        <a:lstStyle/>
        <a:p>
          <a:endParaRPr lang="en-US" b="1"/>
        </a:p>
      </dgm:t>
    </dgm:pt>
    <dgm:pt modelId="{A6CDF4A4-6D6D-48FE-92BC-0C090FDD07B9}" type="sibTrans" cxnId="{6D7F92B8-7FB0-436E-90C6-46705967EBC4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F78912C7-7D0D-4444-B3C5-95005EAE65B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File upload + report analysis</a:t>
          </a:r>
          <a:endParaRPr lang="en-US" b="1"/>
        </a:p>
      </dgm:t>
    </dgm:pt>
    <dgm:pt modelId="{60D62AC0-0A0A-4486-86B7-0BB14E5A58EB}" type="parTrans" cxnId="{27B67425-1FE8-4B09-8C13-22CA2F1283D9}">
      <dgm:prSet/>
      <dgm:spPr/>
      <dgm:t>
        <a:bodyPr/>
        <a:lstStyle/>
        <a:p>
          <a:endParaRPr lang="en-US" b="1"/>
        </a:p>
      </dgm:t>
    </dgm:pt>
    <dgm:pt modelId="{03252565-974A-484A-8E1B-F554225FAB8F}" type="sibTrans" cxnId="{27B67425-1FE8-4B09-8C13-22CA2F1283D9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E8B24BB1-6F2F-4888-9556-76A7CF8B6C6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CORS + API communication</a:t>
          </a:r>
          <a:endParaRPr lang="en-US" b="1"/>
        </a:p>
      </dgm:t>
    </dgm:pt>
    <dgm:pt modelId="{E4F73117-A5BF-4FEB-8213-8D8B0165221A}" type="parTrans" cxnId="{A50F4294-AE41-473E-BD92-230487778AB4}">
      <dgm:prSet/>
      <dgm:spPr/>
      <dgm:t>
        <a:bodyPr/>
        <a:lstStyle/>
        <a:p>
          <a:endParaRPr lang="en-US" b="1"/>
        </a:p>
      </dgm:t>
    </dgm:pt>
    <dgm:pt modelId="{F138077D-8E30-47DE-A14F-E6523C5DE291}" type="sibTrans" cxnId="{A50F4294-AE41-473E-BD92-230487778AB4}">
      <dgm:prSet/>
      <dgm:spPr/>
      <dgm:t>
        <a:bodyPr/>
        <a:lstStyle/>
        <a:p>
          <a:endParaRPr lang="en-US" b="1"/>
        </a:p>
      </dgm:t>
    </dgm:pt>
    <dgm:pt modelId="{C7B548E5-5EF1-4C07-9AEB-46F938D0146A}" type="pres">
      <dgm:prSet presAssocID="{0D9EC54F-A028-428C-AA11-2DFAEEE5698E}" presName="root" presStyleCnt="0">
        <dgm:presLayoutVars>
          <dgm:dir/>
          <dgm:resizeHandles val="exact"/>
        </dgm:presLayoutVars>
      </dgm:prSet>
      <dgm:spPr/>
    </dgm:pt>
    <dgm:pt modelId="{6E4E3988-4D6D-4E24-8A3B-9F4C60A13275}" type="pres">
      <dgm:prSet presAssocID="{0D9EC54F-A028-428C-AA11-2DFAEEE5698E}" presName="container" presStyleCnt="0">
        <dgm:presLayoutVars>
          <dgm:dir/>
          <dgm:resizeHandles val="exact"/>
        </dgm:presLayoutVars>
      </dgm:prSet>
      <dgm:spPr/>
    </dgm:pt>
    <dgm:pt modelId="{E186931E-5308-4E4E-9143-CE1F0592BB6F}" type="pres">
      <dgm:prSet presAssocID="{1DC676DF-07CA-4FF6-92EE-8DFEC6560864}" presName="compNode" presStyleCnt="0"/>
      <dgm:spPr/>
    </dgm:pt>
    <dgm:pt modelId="{37C7C4CB-ACAC-483A-BCF6-ECC63884713A}" type="pres">
      <dgm:prSet presAssocID="{1DC676DF-07CA-4FF6-92EE-8DFEC6560864}" presName="iconBgRect" presStyleLbl="bgShp" presStyleIdx="0" presStyleCnt="7"/>
      <dgm:spPr/>
    </dgm:pt>
    <dgm:pt modelId="{C4EEDB57-02F6-427E-A290-564B335676BA}" type="pres">
      <dgm:prSet presAssocID="{1DC676DF-07CA-4FF6-92EE-8DFEC656086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D43849C-FD63-4349-9C3A-79B91D7DEC6D}" type="pres">
      <dgm:prSet presAssocID="{1DC676DF-07CA-4FF6-92EE-8DFEC6560864}" presName="spaceRect" presStyleCnt="0"/>
      <dgm:spPr/>
    </dgm:pt>
    <dgm:pt modelId="{E2CFB123-9F93-45FE-885C-71823372E3E0}" type="pres">
      <dgm:prSet presAssocID="{1DC676DF-07CA-4FF6-92EE-8DFEC6560864}" presName="textRect" presStyleLbl="revTx" presStyleIdx="0" presStyleCnt="7">
        <dgm:presLayoutVars>
          <dgm:chMax val="1"/>
          <dgm:chPref val="1"/>
        </dgm:presLayoutVars>
      </dgm:prSet>
      <dgm:spPr/>
    </dgm:pt>
    <dgm:pt modelId="{47F715EE-89AB-4728-AB15-EFAEE7B7A140}" type="pres">
      <dgm:prSet presAssocID="{F933EBCE-304C-4BBB-A190-378069B7DBB4}" presName="sibTrans" presStyleLbl="sibTrans2D1" presStyleIdx="0" presStyleCnt="0"/>
      <dgm:spPr/>
    </dgm:pt>
    <dgm:pt modelId="{60F3D5A8-B375-4E02-A86B-46AE5938B31A}" type="pres">
      <dgm:prSet presAssocID="{49ADF40E-6D0D-4B86-9705-2825FC970239}" presName="compNode" presStyleCnt="0"/>
      <dgm:spPr/>
    </dgm:pt>
    <dgm:pt modelId="{37EB34AB-8D96-4E6C-BF50-CAF811526546}" type="pres">
      <dgm:prSet presAssocID="{49ADF40E-6D0D-4B86-9705-2825FC970239}" presName="iconBgRect" presStyleLbl="bgShp" presStyleIdx="1" presStyleCnt="7"/>
      <dgm:spPr/>
    </dgm:pt>
    <dgm:pt modelId="{A48F89A8-8207-44AD-9E8B-1E7D7EC87800}" type="pres">
      <dgm:prSet presAssocID="{49ADF40E-6D0D-4B86-9705-2825FC97023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BE0B8B8-01C4-464B-8457-2CFF95565205}" type="pres">
      <dgm:prSet presAssocID="{49ADF40E-6D0D-4B86-9705-2825FC970239}" presName="spaceRect" presStyleCnt="0"/>
      <dgm:spPr/>
    </dgm:pt>
    <dgm:pt modelId="{5F1EAF68-9F00-441C-AF8E-86B27CBD8E5E}" type="pres">
      <dgm:prSet presAssocID="{49ADF40E-6D0D-4B86-9705-2825FC970239}" presName="textRect" presStyleLbl="revTx" presStyleIdx="1" presStyleCnt="7">
        <dgm:presLayoutVars>
          <dgm:chMax val="1"/>
          <dgm:chPref val="1"/>
        </dgm:presLayoutVars>
      </dgm:prSet>
      <dgm:spPr/>
    </dgm:pt>
    <dgm:pt modelId="{8511888D-790B-4CE0-A7A1-CD793281BE3F}" type="pres">
      <dgm:prSet presAssocID="{A769BCE2-41B4-45F6-A8D7-BAE947965BCC}" presName="sibTrans" presStyleLbl="sibTrans2D1" presStyleIdx="0" presStyleCnt="0"/>
      <dgm:spPr/>
    </dgm:pt>
    <dgm:pt modelId="{31F1694F-FEF3-407E-A018-8C36D02E25D3}" type="pres">
      <dgm:prSet presAssocID="{44661EFC-2A91-44B3-ADCE-F0715447B9EB}" presName="compNode" presStyleCnt="0"/>
      <dgm:spPr/>
    </dgm:pt>
    <dgm:pt modelId="{605983B2-F94A-4366-B959-570AEDF67F18}" type="pres">
      <dgm:prSet presAssocID="{44661EFC-2A91-44B3-ADCE-F0715447B9EB}" presName="iconBgRect" presStyleLbl="bgShp" presStyleIdx="2" presStyleCnt="7"/>
      <dgm:spPr/>
    </dgm:pt>
    <dgm:pt modelId="{E5437AC8-AFB0-4D65-8229-495E8DC47435}" type="pres">
      <dgm:prSet presAssocID="{44661EFC-2A91-44B3-ADCE-F0715447B9E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5924DA49-CC74-4376-BAAB-13A1FF9ED3A3}" type="pres">
      <dgm:prSet presAssocID="{44661EFC-2A91-44B3-ADCE-F0715447B9EB}" presName="spaceRect" presStyleCnt="0"/>
      <dgm:spPr/>
    </dgm:pt>
    <dgm:pt modelId="{EE358338-ABED-4AC8-8D48-E9CEA8B0C30C}" type="pres">
      <dgm:prSet presAssocID="{44661EFC-2A91-44B3-ADCE-F0715447B9EB}" presName="textRect" presStyleLbl="revTx" presStyleIdx="2" presStyleCnt="7">
        <dgm:presLayoutVars>
          <dgm:chMax val="1"/>
          <dgm:chPref val="1"/>
        </dgm:presLayoutVars>
      </dgm:prSet>
      <dgm:spPr/>
    </dgm:pt>
    <dgm:pt modelId="{11523E3C-0389-46F2-9DB2-E9BAD9520B8B}" type="pres">
      <dgm:prSet presAssocID="{8479AAB2-8B24-40AC-880E-354199E5D28C}" presName="sibTrans" presStyleLbl="sibTrans2D1" presStyleIdx="0" presStyleCnt="0"/>
      <dgm:spPr/>
    </dgm:pt>
    <dgm:pt modelId="{465CD295-04F8-4CDC-8EBE-DD3655F94963}" type="pres">
      <dgm:prSet presAssocID="{FEBE486B-06DB-47E0-9996-95D68A286809}" presName="compNode" presStyleCnt="0"/>
      <dgm:spPr/>
    </dgm:pt>
    <dgm:pt modelId="{A8097486-8ACB-4D4F-BE42-43BC85DBA826}" type="pres">
      <dgm:prSet presAssocID="{FEBE486B-06DB-47E0-9996-95D68A286809}" presName="iconBgRect" presStyleLbl="bgShp" presStyleIdx="3" presStyleCnt="7"/>
      <dgm:spPr/>
    </dgm:pt>
    <dgm:pt modelId="{9CF83587-0BE9-4DC2-9FA7-2924E9669132}" type="pres">
      <dgm:prSet presAssocID="{FEBE486B-06DB-47E0-9996-95D68A286809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7818DC82-F3CA-48F9-B044-CB2E939BBFE1}" type="pres">
      <dgm:prSet presAssocID="{FEBE486B-06DB-47E0-9996-95D68A286809}" presName="spaceRect" presStyleCnt="0"/>
      <dgm:spPr/>
    </dgm:pt>
    <dgm:pt modelId="{A2C3872F-4C6E-4F91-9C51-3EB27DD4DE16}" type="pres">
      <dgm:prSet presAssocID="{FEBE486B-06DB-47E0-9996-95D68A286809}" presName="textRect" presStyleLbl="revTx" presStyleIdx="3" presStyleCnt="7">
        <dgm:presLayoutVars>
          <dgm:chMax val="1"/>
          <dgm:chPref val="1"/>
        </dgm:presLayoutVars>
      </dgm:prSet>
      <dgm:spPr/>
    </dgm:pt>
    <dgm:pt modelId="{C099C177-4CEC-48BC-9FA4-A2804CF961AC}" type="pres">
      <dgm:prSet presAssocID="{100F1162-E93B-4402-9F9C-AE814622006F}" presName="sibTrans" presStyleLbl="sibTrans2D1" presStyleIdx="0" presStyleCnt="0"/>
      <dgm:spPr/>
    </dgm:pt>
    <dgm:pt modelId="{FF8BA81B-FFB7-4571-B5A1-11FCD56528AB}" type="pres">
      <dgm:prSet presAssocID="{85C26007-0CAB-4D3D-ABE9-918D238941AA}" presName="compNode" presStyleCnt="0"/>
      <dgm:spPr/>
    </dgm:pt>
    <dgm:pt modelId="{A82EAEB1-E93B-480B-AA16-F61A58B4EB5C}" type="pres">
      <dgm:prSet presAssocID="{85C26007-0CAB-4D3D-ABE9-918D238941AA}" presName="iconBgRect" presStyleLbl="bgShp" presStyleIdx="4" presStyleCnt="7"/>
      <dgm:spPr/>
    </dgm:pt>
    <dgm:pt modelId="{AF36A14C-3175-46B1-B76E-25997F498D60}" type="pres">
      <dgm:prSet presAssocID="{85C26007-0CAB-4D3D-ABE9-918D238941A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1D5F522-A77C-472A-A1AC-BC2E60651A27}" type="pres">
      <dgm:prSet presAssocID="{85C26007-0CAB-4D3D-ABE9-918D238941AA}" presName="spaceRect" presStyleCnt="0"/>
      <dgm:spPr/>
    </dgm:pt>
    <dgm:pt modelId="{727FFA9F-E404-4622-BE9D-D297E9AFC60D}" type="pres">
      <dgm:prSet presAssocID="{85C26007-0CAB-4D3D-ABE9-918D238941AA}" presName="textRect" presStyleLbl="revTx" presStyleIdx="4" presStyleCnt="7">
        <dgm:presLayoutVars>
          <dgm:chMax val="1"/>
          <dgm:chPref val="1"/>
        </dgm:presLayoutVars>
      </dgm:prSet>
      <dgm:spPr/>
    </dgm:pt>
    <dgm:pt modelId="{234B41A3-EF13-412A-8073-4BD98BA9765B}" type="pres">
      <dgm:prSet presAssocID="{A6CDF4A4-6D6D-48FE-92BC-0C090FDD07B9}" presName="sibTrans" presStyleLbl="sibTrans2D1" presStyleIdx="0" presStyleCnt="0"/>
      <dgm:spPr/>
    </dgm:pt>
    <dgm:pt modelId="{06DCDCFD-5AFF-4223-B718-85D78C3BF884}" type="pres">
      <dgm:prSet presAssocID="{F78912C7-7D0D-4444-B3C5-95005EAE65B0}" presName="compNode" presStyleCnt="0"/>
      <dgm:spPr/>
    </dgm:pt>
    <dgm:pt modelId="{BF883A14-DCE9-4053-88CC-EA24815D201F}" type="pres">
      <dgm:prSet presAssocID="{F78912C7-7D0D-4444-B3C5-95005EAE65B0}" presName="iconBgRect" presStyleLbl="bgShp" presStyleIdx="5" presStyleCnt="7"/>
      <dgm:spPr/>
    </dgm:pt>
    <dgm:pt modelId="{70E429E0-50B5-4340-A098-3948F44C3EC9}" type="pres">
      <dgm:prSet presAssocID="{F78912C7-7D0D-4444-B3C5-95005EAE65B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F32B39B-3AA8-42B8-878C-2F304EE56DD4}" type="pres">
      <dgm:prSet presAssocID="{F78912C7-7D0D-4444-B3C5-95005EAE65B0}" presName="spaceRect" presStyleCnt="0"/>
      <dgm:spPr/>
    </dgm:pt>
    <dgm:pt modelId="{413D3783-271C-44FA-9887-434B70A14A8D}" type="pres">
      <dgm:prSet presAssocID="{F78912C7-7D0D-4444-B3C5-95005EAE65B0}" presName="textRect" presStyleLbl="revTx" presStyleIdx="5" presStyleCnt="7">
        <dgm:presLayoutVars>
          <dgm:chMax val="1"/>
          <dgm:chPref val="1"/>
        </dgm:presLayoutVars>
      </dgm:prSet>
      <dgm:spPr/>
    </dgm:pt>
    <dgm:pt modelId="{D49ED82F-AAFE-424E-8271-FDE157AA4CF7}" type="pres">
      <dgm:prSet presAssocID="{03252565-974A-484A-8E1B-F554225FAB8F}" presName="sibTrans" presStyleLbl="sibTrans2D1" presStyleIdx="0" presStyleCnt="0"/>
      <dgm:spPr/>
    </dgm:pt>
    <dgm:pt modelId="{350A48FD-3C70-4C77-BA28-62BAE9E2D1DC}" type="pres">
      <dgm:prSet presAssocID="{E8B24BB1-6F2F-4888-9556-76A7CF8B6C6F}" presName="compNode" presStyleCnt="0"/>
      <dgm:spPr/>
    </dgm:pt>
    <dgm:pt modelId="{153BA3DA-0D7D-4065-AE60-3B90C2413361}" type="pres">
      <dgm:prSet presAssocID="{E8B24BB1-6F2F-4888-9556-76A7CF8B6C6F}" presName="iconBgRect" presStyleLbl="bgShp" presStyleIdx="6" presStyleCnt="7"/>
      <dgm:spPr/>
    </dgm:pt>
    <dgm:pt modelId="{5473A9FC-5EAF-4ABB-860F-5D1CFC84B8CE}" type="pres">
      <dgm:prSet presAssocID="{E8B24BB1-6F2F-4888-9556-76A7CF8B6C6F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4BF8578-D3CD-42D0-B4A4-0C8D8199976D}" type="pres">
      <dgm:prSet presAssocID="{E8B24BB1-6F2F-4888-9556-76A7CF8B6C6F}" presName="spaceRect" presStyleCnt="0"/>
      <dgm:spPr/>
    </dgm:pt>
    <dgm:pt modelId="{350AF769-5614-4394-9FF1-5A2AB595ACFA}" type="pres">
      <dgm:prSet presAssocID="{E8B24BB1-6F2F-4888-9556-76A7CF8B6C6F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CE112007-EF6F-416D-95C2-2BBE09E01ECE}" type="presOf" srcId="{A769BCE2-41B4-45F6-A8D7-BAE947965BCC}" destId="{8511888D-790B-4CE0-A7A1-CD793281BE3F}" srcOrd="0" destOrd="0" presId="urn:microsoft.com/office/officeart/2018/2/layout/IconCircleList"/>
    <dgm:cxn modelId="{E6DC5413-6297-46E0-B66D-1E0E74AF13BE}" type="presOf" srcId="{8479AAB2-8B24-40AC-880E-354199E5D28C}" destId="{11523E3C-0389-46F2-9DB2-E9BAD9520B8B}" srcOrd="0" destOrd="0" presId="urn:microsoft.com/office/officeart/2018/2/layout/IconCircleList"/>
    <dgm:cxn modelId="{064B3423-F2E8-4C00-A418-E59BBF6C9758}" type="presOf" srcId="{49ADF40E-6D0D-4B86-9705-2825FC970239}" destId="{5F1EAF68-9F00-441C-AF8E-86B27CBD8E5E}" srcOrd="0" destOrd="0" presId="urn:microsoft.com/office/officeart/2018/2/layout/IconCircleList"/>
    <dgm:cxn modelId="{27B67425-1FE8-4B09-8C13-22CA2F1283D9}" srcId="{0D9EC54F-A028-428C-AA11-2DFAEEE5698E}" destId="{F78912C7-7D0D-4444-B3C5-95005EAE65B0}" srcOrd="5" destOrd="0" parTransId="{60D62AC0-0A0A-4486-86B7-0BB14E5A58EB}" sibTransId="{03252565-974A-484A-8E1B-F554225FAB8F}"/>
    <dgm:cxn modelId="{844CDC2A-2420-413B-A88B-6017D94AD89C}" type="presOf" srcId="{1DC676DF-07CA-4FF6-92EE-8DFEC6560864}" destId="{E2CFB123-9F93-45FE-885C-71823372E3E0}" srcOrd="0" destOrd="0" presId="urn:microsoft.com/office/officeart/2018/2/layout/IconCircleList"/>
    <dgm:cxn modelId="{7D67E13B-C3F9-4590-B8B5-5D59D768728D}" type="presOf" srcId="{03252565-974A-484A-8E1B-F554225FAB8F}" destId="{D49ED82F-AAFE-424E-8271-FDE157AA4CF7}" srcOrd="0" destOrd="0" presId="urn:microsoft.com/office/officeart/2018/2/layout/IconCircleList"/>
    <dgm:cxn modelId="{2830D33D-5614-4E96-9203-4AAF214E0A78}" type="presOf" srcId="{85C26007-0CAB-4D3D-ABE9-918D238941AA}" destId="{727FFA9F-E404-4622-BE9D-D297E9AFC60D}" srcOrd="0" destOrd="0" presId="urn:microsoft.com/office/officeart/2018/2/layout/IconCircleList"/>
    <dgm:cxn modelId="{07275F69-859A-45F8-A96B-A7E28713F7A6}" type="presOf" srcId="{A6CDF4A4-6D6D-48FE-92BC-0C090FDD07B9}" destId="{234B41A3-EF13-412A-8073-4BD98BA9765B}" srcOrd="0" destOrd="0" presId="urn:microsoft.com/office/officeart/2018/2/layout/IconCircleList"/>
    <dgm:cxn modelId="{85903B55-59E6-4494-8223-4C9ED34F23FD}" type="presOf" srcId="{FEBE486B-06DB-47E0-9996-95D68A286809}" destId="{A2C3872F-4C6E-4F91-9C51-3EB27DD4DE16}" srcOrd="0" destOrd="0" presId="urn:microsoft.com/office/officeart/2018/2/layout/IconCircleList"/>
    <dgm:cxn modelId="{E7E2408D-3040-4C90-B7E0-4B69E190FCBD}" srcId="{0D9EC54F-A028-428C-AA11-2DFAEEE5698E}" destId="{1DC676DF-07CA-4FF6-92EE-8DFEC6560864}" srcOrd="0" destOrd="0" parTransId="{F5CA826B-6431-4CEB-8FCD-CBAC6135AED6}" sibTransId="{F933EBCE-304C-4BBB-A190-378069B7DBB4}"/>
    <dgm:cxn modelId="{A50F4294-AE41-473E-BD92-230487778AB4}" srcId="{0D9EC54F-A028-428C-AA11-2DFAEEE5698E}" destId="{E8B24BB1-6F2F-4888-9556-76A7CF8B6C6F}" srcOrd="6" destOrd="0" parTransId="{E4F73117-A5BF-4FEB-8213-8D8B0165221A}" sibTransId="{F138077D-8E30-47DE-A14F-E6523C5DE291}"/>
    <dgm:cxn modelId="{9023E6AA-E6EC-46B6-9BBB-B0E226D5E8B6}" srcId="{0D9EC54F-A028-428C-AA11-2DFAEEE5698E}" destId="{44661EFC-2A91-44B3-ADCE-F0715447B9EB}" srcOrd="2" destOrd="0" parTransId="{A8E8A268-B83F-43F1-9356-8F1E71DAB00F}" sibTransId="{8479AAB2-8B24-40AC-880E-354199E5D28C}"/>
    <dgm:cxn modelId="{560DAAAC-5FCA-4E98-98E8-C08D0D777524}" srcId="{0D9EC54F-A028-428C-AA11-2DFAEEE5698E}" destId="{FEBE486B-06DB-47E0-9996-95D68A286809}" srcOrd="3" destOrd="0" parTransId="{686A83A0-ED4D-480A-BD9B-CDBC83B4D2B5}" sibTransId="{100F1162-E93B-4402-9F9C-AE814622006F}"/>
    <dgm:cxn modelId="{6D7F92B8-7FB0-436E-90C6-46705967EBC4}" srcId="{0D9EC54F-A028-428C-AA11-2DFAEEE5698E}" destId="{85C26007-0CAB-4D3D-ABE9-918D238941AA}" srcOrd="4" destOrd="0" parTransId="{0BB9ECF0-8BDA-4001-A87A-E741699A64C0}" sibTransId="{A6CDF4A4-6D6D-48FE-92BC-0C090FDD07B9}"/>
    <dgm:cxn modelId="{91DF2CC7-E54F-49E3-BFF3-F7D07BDFE289}" type="presOf" srcId="{44661EFC-2A91-44B3-ADCE-F0715447B9EB}" destId="{EE358338-ABED-4AC8-8D48-E9CEA8B0C30C}" srcOrd="0" destOrd="0" presId="urn:microsoft.com/office/officeart/2018/2/layout/IconCircleList"/>
    <dgm:cxn modelId="{ABB32DD2-753F-4C7B-9805-BDC3E6EF7513}" type="presOf" srcId="{F78912C7-7D0D-4444-B3C5-95005EAE65B0}" destId="{413D3783-271C-44FA-9887-434B70A14A8D}" srcOrd="0" destOrd="0" presId="urn:microsoft.com/office/officeart/2018/2/layout/IconCircleList"/>
    <dgm:cxn modelId="{0AFAFBE0-25C7-49B7-9668-A2A5C6B4828C}" srcId="{0D9EC54F-A028-428C-AA11-2DFAEEE5698E}" destId="{49ADF40E-6D0D-4B86-9705-2825FC970239}" srcOrd="1" destOrd="0" parTransId="{8663BFE5-AB58-4083-99FA-EA8B90F276CA}" sibTransId="{A769BCE2-41B4-45F6-A8D7-BAE947965BCC}"/>
    <dgm:cxn modelId="{0B0292E2-AF6D-4DAC-9C17-DDD32D73FFEC}" type="presOf" srcId="{0D9EC54F-A028-428C-AA11-2DFAEEE5698E}" destId="{C7B548E5-5EF1-4C07-9AEB-46F938D0146A}" srcOrd="0" destOrd="0" presId="urn:microsoft.com/office/officeart/2018/2/layout/IconCircleList"/>
    <dgm:cxn modelId="{CAD95BE4-A730-4F26-9B54-A5C4BFF25F12}" type="presOf" srcId="{E8B24BB1-6F2F-4888-9556-76A7CF8B6C6F}" destId="{350AF769-5614-4394-9FF1-5A2AB595ACFA}" srcOrd="0" destOrd="0" presId="urn:microsoft.com/office/officeart/2018/2/layout/IconCircleList"/>
    <dgm:cxn modelId="{BBD37DE5-2D9A-4DAF-A472-C93F49E4A29C}" type="presOf" srcId="{F933EBCE-304C-4BBB-A190-378069B7DBB4}" destId="{47F715EE-89AB-4728-AB15-EFAEE7B7A140}" srcOrd="0" destOrd="0" presId="urn:microsoft.com/office/officeart/2018/2/layout/IconCircleList"/>
    <dgm:cxn modelId="{62B5A0E6-FCC6-487C-A2B1-A2585402E13C}" type="presOf" srcId="{100F1162-E93B-4402-9F9C-AE814622006F}" destId="{C099C177-4CEC-48BC-9FA4-A2804CF961AC}" srcOrd="0" destOrd="0" presId="urn:microsoft.com/office/officeart/2018/2/layout/IconCircleList"/>
    <dgm:cxn modelId="{3F924D14-493D-4296-8DC3-29D6190C5B27}" type="presParOf" srcId="{C7B548E5-5EF1-4C07-9AEB-46F938D0146A}" destId="{6E4E3988-4D6D-4E24-8A3B-9F4C60A13275}" srcOrd="0" destOrd="0" presId="urn:microsoft.com/office/officeart/2018/2/layout/IconCircleList"/>
    <dgm:cxn modelId="{0628ABBC-655A-4156-8E81-DE5B65522B5D}" type="presParOf" srcId="{6E4E3988-4D6D-4E24-8A3B-9F4C60A13275}" destId="{E186931E-5308-4E4E-9143-CE1F0592BB6F}" srcOrd="0" destOrd="0" presId="urn:microsoft.com/office/officeart/2018/2/layout/IconCircleList"/>
    <dgm:cxn modelId="{0E4965D9-CD30-4765-8E76-A1B298895E22}" type="presParOf" srcId="{E186931E-5308-4E4E-9143-CE1F0592BB6F}" destId="{37C7C4CB-ACAC-483A-BCF6-ECC63884713A}" srcOrd="0" destOrd="0" presId="urn:microsoft.com/office/officeart/2018/2/layout/IconCircleList"/>
    <dgm:cxn modelId="{BBE93333-9875-416D-8F57-6F1CF5D39CAF}" type="presParOf" srcId="{E186931E-5308-4E4E-9143-CE1F0592BB6F}" destId="{C4EEDB57-02F6-427E-A290-564B335676BA}" srcOrd="1" destOrd="0" presId="urn:microsoft.com/office/officeart/2018/2/layout/IconCircleList"/>
    <dgm:cxn modelId="{B77D5126-FE7D-435D-9823-895F5053A91F}" type="presParOf" srcId="{E186931E-5308-4E4E-9143-CE1F0592BB6F}" destId="{8D43849C-FD63-4349-9C3A-79B91D7DEC6D}" srcOrd="2" destOrd="0" presId="urn:microsoft.com/office/officeart/2018/2/layout/IconCircleList"/>
    <dgm:cxn modelId="{656AC597-CB20-4592-A9EE-A75D3BD892BA}" type="presParOf" srcId="{E186931E-5308-4E4E-9143-CE1F0592BB6F}" destId="{E2CFB123-9F93-45FE-885C-71823372E3E0}" srcOrd="3" destOrd="0" presId="urn:microsoft.com/office/officeart/2018/2/layout/IconCircleList"/>
    <dgm:cxn modelId="{96227E3B-9E1B-49B8-90D7-19A211A44030}" type="presParOf" srcId="{6E4E3988-4D6D-4E24-8A3B-9F4C60A13275}" destId="{47F715EE-89AB-4728-AB15-EFAEE7B7A140}" srcOrd="1" destOrd="0" presId="urn:microsoft.com/office/officeart/2018/2/layout/IconCircleList"/>
    <dgm:cxn modelId="{910D60ED-A7D8-4927-A705-31A056F5EAF6}" type="presParOf" srcId="{6E4E3988-4D6D-4E24-8A3B-9F4C60A13275}" destId="{60F3D5A8-B375-4E02-A86B-46AE5938B31A}" srcOrd="2" destOrd="0" presId="urn:microsoft.com/office/officeart/2018/2/layout/IconCircleList"/>
    <dgm:cxn modelId="{1D087AC7-D1B9-47AE-A7E1-6BB50F2B7EA1}" type="presParOf" srcId="{60F3D5A8-B375-4E02-A86B-46AE5938B31A}" destId="{37EB34AB-8D96-4E6C-BF50-CAF811526546}" srcOrd="0" destOrd="0" presId="urn:microsoft.com/office/officeart/2018/2/layout/IconCircleList"/>
    <dgm:cxn modelId="{188E1BBD-099A-463F-8209-7F1D847DF3EF}" type="presParOf" srcId="{60F3D5A8-B375-4E02-A86B-46AE5938B31A}" destId="{A48F89A8-8207-44AD-9E8B-1E7D7EC87800}" srcOrd="1" destOrd="0" presId="urn:microsoft.com/office/officeart/2018/2/layout/IconCircleList"/>
    <dgm:cxn modelId="{62F2429E-9FA1-4F0B-B1E7-333EE697F0EC}" type="presParOf" srcId="{60F3D5A8-B375-4E02-A86B-46AE5938B31A}" destId="{8BE0B8B8-01C4-464B-8457-2CFF95565205}" srcOrd="2" destOrd="0" presId="urn:microsoft.com/office/officeart/2018/2/layout/IconCircleList"/>
    <dgm:cxn modelId="{DDBEE465-8C8E-490B-9F75-0850DD2354BA}" type="presParOf" srcId="{60F3D5A8-B375-4E02-A86B-46AE5938B31A}" destId="{5F1EAF68-9F00-441C-AF8E-86B27CBD8E5E}" srcOrd="3" destOrd="0" presId="urn:microsoft.com/office/officeart/2018/2/layout/IconCircleList"/>
    <dgm:cxn modelId="{58F75DE3-A7E7-425E-9C50-6161CE74DC4C}" type="presParOf" srcId="{6E4E3988-4D6D-4E24-8A3B-9F4C60A13275}" destId="{8511888D-790B-4CE0-A7A1-CD793281BE3F}" srcOrd="3" destOrd="0" presId="urn:microsoft.com/office/officeart/2018/2/layout/IconCircleList"/>
    <dgm:cxn modelId="{1B002DD8-82F5-411F-978A-8664EAC10A19}" type="presParOf" srcId="{6E4E3988-4D6D-4E24-8A3B-9F4C60A13275}" destId="{31F1694F-FEF3-407E-A018-8C36D02E25D3}" srcOrd="4" destOrd="0" presId="urn:microsoft.com/office/officeart/2018/2/layout/IconCircleList"/>
    <dgm:cxn modelId="{88492BC9-5A6D-4799-9229-C26F86E5CDF3}" type="presParOf" srcId="{31F1694F-FEF3-407E-A018-8C36D02E25D3}" destId="{605983B2-F94A-4366-B959-570AEDF67F18}" srcOrd="0" destOrd="0" presId="urn:microsoft.com/office/officeart/2018/2/layout/IconCircleList"/>
    <dgm:cxn modelId="{15A7E9D9-B493-4B1B-BAEA-EC0B4680FA5E}" type="presParOf" srcId="{31F1694F-FEF3-407E-A018-8C36D02E25D3}" destId="{E5437AC8-AFB0-4D65-8229-495E8DC47435}" srcOrd="1" destOrd="0" presId="urn:microsoft.com/office/officeart/2018/2/layout/IconCircleList"/>
    <dgm:cxn modelId="{79053E22-AACB-44F5-8B8F-18527D18D566}" type="presParOf" srcId="{31F1694F-FEF3-407E-A018-8C36D02E25D3}" destId="{5924DA49-CC74-4376-BAAB-13A1FF9ED3A3}" srcOrd="2" destOrd="0" presId="urn:microsoft.com/office/officeart/2018/2/layout/IconCircleList"/>
    <dgm:cxn modelId="{749055D1-50EB-472C-B7F7-A8ED47F57E45}" type="presParOf" srcId="{31F1694F-FEF3-407E-A018-8C36D02E25D3}" destId="{EE358338-ABED-4AC8-8D48-E9CEA8B0C30C}" srcOrd="3" destOrd="0" presId="urn:microsoft.com/office/officeart/2018/2/layout/IconCircleList"/>
    <dgm:cxn modelId="{7E2DD0CA-C546-4B68-AFD1-7C27D8A38429}" type="presParOf" srcId="{6E4E3988-4D6D-4E24-8A3B-9F4C60A13275}" destId="{11523E3C-0389-46F2-9DB2-E9BAD9520B8B}" srcOrd="5" destOrd="0" presId="urn:microsoft.com/office/officeart/2018/2/layout/IconCircleList"/>
    <dgm:cxn modelId="{97367A2D-E747-4E00-9897-75EB2BF7810B}" type="presParOf" srcId="{6E4E3988-4D6D-4E24-8A3B-9F4C60A13275}" destId="{465CD295-04F8-4CDC-8EBE-DD3655F94963}" srcOrd="6" destOrd="0" presId="urn:microsoft.com/office/officeart/2018/2/layout/IconCircleList"/>
    <dgm:cxn modelId="{EE4EF11A-7948-45DC-8C7C-D0DEFD815AC4}" type="presParOf" srcId="{465CD295-04F8-4CDC-8EBE-DD3655F94963}" destId="{A8097486-8ACB-4D4F-BE42-43BC85DBA826}" srcOrd="0" destOrd="0" presId="urn:microsoft.com/office/officeart/2018/2/layout/IconCircleList"/>
    <dgm:cxn modelId="{06778E6E-AF6E-4609-9F41-2461B4F922AD}" type="presParOf" srcId="{465CD295-04F8-4CDC-8EBE-DD3655F94963}" destId="{9CF83587-0BE9-4DC2-9FA7-2924E9669132}" srcOrd="1" destOrd="0" presId="urn:microsoft.com/office/officeart/2018/2/layout/IconCircleList"/>
    <dgm:cxn modelId="{E1BAD244-7173-4F95-8403-A7261051519F}" type="presParOf" srcId="{465CD295-04F8-4CDC-8EBE-DD3655F94963}" destId="{7818DC82-F3CA-48F9-B044-CB2E939BBFE1}" srcOrd="2" destOrd="0" presId="urn:microsoft.com/office/officeart/2018/2/layout/IconCircleList"/>
    <dgm:cxn modelId="{29D39589-F374-4308-8F4A-EB6C32726D7B}" type="presParOf" srcId="{465CD295-04F8-4CDC-8EBE-DD3655F94963}" destId="{A2C3872F-4C6E-4F91-9C51-3EB27DD4DE16}" srcOrd="3" destOrd="0" presId="urn:microsoft.com/office/officeart/2018/2/layout/IconCircleList"/>
    <dgm:cxn modelId="{B93CD3F9-5032-47AB-A972-7EE369BD5ED2}" type="presParOf" srcId="{6E4E3988-4D6D-4E24-8A3B-9F4C60A13275}" destId="{C099C177-4CEC-48BC-9FA4-A2804CF961AC}" srcOrd="7" destOrd="0" presId="urn:microsoft.com/office/officeart/2018/2/layout/IconCircleList"/>
    <dgm:cxn modelId="{10FCF2BE-1996-4F88-B3BE-1C08F4B05AEE}" type="presParOf" srcId="{6E4E3988-4D6D-4E24-8A3B-9F4C60A13275}" destId="{FF8BA81B-FFB7-4571-B5A1-11FCD56528AB}" srcOrd="8" destOrd="0" presId="urn:microsoft.com/office/officeart/2018/2/layout/IconCircleList"/>
    <dgm:cxn modelId="{C2FE6558-E336-4E49-8153-8BD743BBE5E1}" type="presParOf" srcId="{FF8BA81B-FFB7-4571-B5A1-11FCD56528AB}" destId="{A82EAEB1-E93B-480B-AA16-F61A58B4EB5C}" srcOrd="0" destOrd="0" presId="urn:microsoft.com/office/officeart/2018/2/layout/IconCircleList"/>
    <dgm:cxn modelId="{34DD1033-BE49-4343-BE24-467EAB2B1583}" type="presParOf" srcId="{FF8BA81B-FFB7-4571-B5A1-11FCD56528AB}" destId="{AF36A14C-3175-46B1-B76E-25997F498D60}" srcOrd="1" destOrd="0" presId="urn:microsoft.com/office/officeart/2018/2/layout/IconCircleList"/>
    <dgm:cxn modelId="{7143215D-AFE7-49ED-8673-046ABE31BD0D}" type="presParOf" srcId="{FF8BA81B-FFB7-4571-B5A1-11FCD56528AB}" destId="{E1D5F522-A77C-472A-A1AC-BC2E60651A27}" srcOrd="2" destOrd="0" presId="urn:microsoft.com/office/officeart/2018/2/layout/IconCircleList"/>
    <dgm:cxn modelId="{66185C20-3408-4FCF-88AE-A6A74DBFB2CD}" type="presParOf" srcId="{FF8BA81B-FFB7-4571-B5A1-11FCD56528AB}" destId="{727FFA9F-E404-4622-BE9D-D297E9AFC60D}" srcOrd="3" destOrd="0" presId="urn:microsoft.com/office/officeart/2018/2/layout/IconCircleList"/>
    <dgm:cxn modelId="{8CB3485E-2A6F-49C6-85C7-6EB329DDD2D9}" type="presParOf" srcId="{6E4E3988-4D6D-4E24-8A3B-9F4C60A13275}" destId="{234B41A3-EF13-412A-8073-4BD98BA9765B}" srcOrd="9" destOrd="0" presId="urn:microsoft.com/office/officeart/2018/2/layout/IconCircleList"/>
    <dgm:cxn modelId="{0C4EA5DA-2709-4115-8EE4-68C0E8F419C4}" type="presParOf" srcId="{6E4E3988-4D6D-4E24-8A3B-9F4C60A13275}" destId="{06DCDCFD-5AFF-4223-B718-85D78C3BF884}" srcOrd="10" destOrd="0" presId="urn:microsoft.com/office/officeart/2018/2/layout/IconCircleList"/>
    <dgm:cxn modelId="{DD15C35D-457F-4499-B2D6-105D6906A481}" type="presParOf" srcId="{06DCDCFD-5AFF-4223-B718-85D78C3BF884}" destId="{BF883A14-DCE9-4053-88CC-EA24815D201F}" srcOrd="0" destOrd="0" presId="urn:microsoft.com/office/officeart/2018/2/layout/IconCircleList"/>
    <dgm:cxn modelId="{68A32104-BB59-407F-A2A0-F70758DC03D9}" type="presParOf" srcId="{06DCDCFD-5AFF-4223-B718-85D78C3BF884}" destId="{70E429E0-50B5-4340-A098-3948F44C3EC9}" srcOrd="1" destOrd="0" presId="urn:microsoft.com/office/officeart/2018/2/layout/IconCircleList"/>
    <dgm:cxn modelId="{9F995E4A-9D88-400E-AE93-56306F4C8894}" type="presParOf" srcId="{06DCDCFD-5AFF-4223-B718-85D78C3BF884}" destId="{2F32B39B-3AA8-42B8-878C-2F304EE56DD4}" srcOrd="2" destOrd="0" presId="urn:microsoft.com/office/officeart/2018/2/layout/IconCircleList"/>
    <dgm:cxn modelId="{20769D20-DA1A-40DA-83A8-A02138D02315}" type="presParOf" srcId="{06DCDCFD-5AFF-4223-B718-85D78C3BF884}" destId="{413D3783-271C-44FA-9887-434B70A14A8D}" srcOrd="3" destOrd="0" presId="urn:microsoft.com/office/officeart/2018/2/layout/IconCircleList"/>
    <dgm:cxn modelId="{E753D0F1-F35C-4614-A197-3273951EE986}" type="presParOf" srcId="{6E4E3988-4D6D-4E24-8A3B-9F4C60A13275}" destId="{D49ED82F-AAFE-424E-8271-FDE157AA4CF7}" srcOrd="11" destOrd="0" presId="urn:microsoft.com/office/officeart/2018/2/layout/IconCircleList"/>
    <dgm:cxn modelId="{AC0DE5BF-FBEA-4FE1-B338-070C2EB68BD4}" type="presParOf" srcId="{6E4E3988-4D6D-4E24-8A3B-9F4C60A13275}" destId="{350A48FD-3C70-4C77-BA28-62BAE9E2D1DC}" srcOrd="12" destOrd="0" presId="urn:microsoft.com/office/officeart/2018/2/layout/IconCircleList"/>
    <dgm:cxn modelId="{8C607003-5988-4506-A80B-17860E50C13A}" type="presParOf" srcId="{350A48FD-3C70-4C77-BA28-62BAE9E2D1DC}" destId="{153BA3DA-0D7D-4065-AE60-3B90C2413361}" srcOrd="0" destOrd="0" presId="urn:microsoft.com/office/officeart/2018/2/layout/IconCircleList"/>
    <dgm:cxn modelId="{3A69C517-C863-4A3F-8923-286C6262FB9B}" type="presParOf" srcId="{350A48FD-3C70-4C77-BA28-62BAE9E2D1DC}" destId="{5473A9FC-5EAF-4ABB-860F-5D1CFC84B8CE}" srcOrd="1" destOrd="0" presId="urn:microsoft.com/office/officeart/2018/2/layout/IconCircleList"/>
    <dgm:cxn modelId="{662A21CF-4D37-4646-AC0E-D3D14EED8AF3}" type="presParOf" srcId="{350A48FD-3C70-4C77-BA28-62BAE9E2D1DC}" destId="{E4BF8578-D3CD-42D0-B4A4-0C8D8199976D}" srcOrd="2" destOrd="0" presId="urn:microsoft.com/office/officeart/2018/2/layout/IconCircleList"/>
    <dgm:cxn modelId="{FE661B11-A2EF-4205-BB60-6EECEF8B72FD}" type="presParOf" srcId="{350A48FD-3C70-4C77-BA28-62BAE9E2D1DC}" destId="{350AF769-5614-4394-9FF1-5A2AB595AC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3DF684-5513-4FA1-907F-86191AD648E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7EEAAC8-7376-4146-B44A-36959620E70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Mental Wellness</a:t>
          </a:r>
          <a:endParaRPr lang="en-US" b="1"/>
        </a:p>
      </dgm:t>
    </dgm:pt>
    <dgm:pt modelId="{47DA2C4F-8839-40A2-9285-743262DDB899}" type="parTrans" cxnId="{A04B9F10-40C8-44D3-A71E-FAC446433D84}">
      <dgm:prSet/>
      <dgm:spPr/>
      <dgm:t>
        <a:bodyPr/>
        <a:lstStyle/>
        <a:p>
          <a:endParaRPr lang="en-US" b="1"/>
        </a:p>
      </dgm:t>
    </dgm:pt>
    <dgm:pt modelId="{1C199465-9893-413B-A984-7EEE4030DAE7}" type="sibTrans" cxnId="{A04B9F10-40C8-44D3-A71E-FAC446433D84}">
      <dgm:prSet/>
      <dgm:spPr/>
      <dgm:t>
        <a:bodyPr/>
        <a:lstStyle/>
        <a:p>
          <a:endParaRPr lang="en-US" b="1"/>
        </a:p>
      </dgm:t>
    </dgm:pt>
    <dgm:pt modelId="{3398540D-1DE2-411D-BC39-FF692D0EBA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Fitness Coach</a:t>
          </a:r>
          <a:endParaRPr lang="en-US" b="1"/>
        </a:p>
      </dgm:t>
    </dgm:pt>
    <dgm:pt modelId="{925F2D84-771F-4A42-BE0A-3963BB81056C}" type="parTrans" cxnId="{99BCC041-14A7-474A-9B4E-C10349EFE289}">
      <dgm:prSet/>
      <dgm:spPr/>
      <dgm:t>
        <a:bodyPr/>
        <a:lstStyle/>
        <a:p>
          <a:endParaRPr lang="en-US" b="1"/>
        </a:p>
      </dgm:t>
    </dgm:pt>
    <dgm:pt modelId="{65110ECF-A7BC-4065-8086-142B64AB3239}" type="sibTrans" cxnId="{99BCC041-14A7-474A-9B4E-C10349EFE289}">
      <dgm:prSet/>
      <dgm:spPr/>
      <dgm:t>
        <a:bodyPr/>
        <a:lstStyle/>
        <a:p>
          <a:endParaRPr lang="en-US" b="1"/>
        </a:p>
      </dgm:t>
    </dgm:pt>
    <dgm:pt modelId="{84F7B0C4-3E7D-45B0-A8FE-C7661C46034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AI Chatbox</a:t>
          </a:r>
          <a:endParaRPr lang="en-US" b="1"/>
        </a:p>
      </dgm:t>
    </dgm:pt>
    <dgm:pt modelId="{154A7B54-A71E-4D30-9992-7AA3F7F45637}" type="parTrans" cxnId="{AE0DF811-76D0-4828-82FF-F03E797B9C0D}">
      <dgm:prSet/>
      <dgm:spPr/>
      <dgm:t>
        <a:bodyPr/>
        <a:lstStyle/>
        <a:p>
          <a:endParaRPr lang="en-US" b="1"/>
        </a:p>
      </dgm:t>
    </dgm:pt>
    <dgm:pt modelId="{F18A08E0-80D1-491D-BA3A-2E28732BD755}" type="sibTrans" cxnId="{AE0DF811-76D0-4828-82FF-F03E797B9C0D}">
      <dgm:prSet/>
      <dgm:spPr/>
      <dgm:t>
        <a:bodyPr/>
        <a:lstStyle/>
        <a:p>
          <a:endParaRPr lang="en-US" b="1"/>
        </a:p>
      </dgm:t>
    </dgm:pt>
    <dgm:pt modelId="{3F19801D-1519-4353-A39B-0DFB433F6BE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Report Upload AI Analyzer</a:t>
          </a:r>
          <a:endParaRPr lang="en-US" b="1"/>
        </a:p>
      </dgm:t>
    </dgm:pt>
    <dgm:pt modelId="{BD2FC5BF-D5A3-4940-BCB7-E81E50B57E96}" type="parTrans" cxnId="{1D40264D-6CEA-4097-B88B-07BC5C3FB61B}">
      <dgm:prSet/>
      <dgm:spPr/>
      <dgm:t>
        <a:bodyPr/>
        <a:lstStyle/>
        <a:p>
          <a:endParaRPr lang="en-US" b="1"/>
        </a:p>
      </dgm:t>
    </dgm:pt>
    <dgm:pt modelId="{770FC40E-0F3A-42D2-89F5-D262237669F1}" type="sibTrans" cxnId="{1D40264D-6CEA-4097-B88B-07BC5C3FB61B}">
      <dgm:prSet/>
      <dgm:spPr/>
      <dgm:t>
        <a:bodyPr/>
        <a:lstStyle/>
        <a:p>
          <a:endParaRPr lang="en-US" b="1"/>
        </a:p>
      </dgm:t>
    </dgm:pt>
    <dgm:pt modelId="{2E24CD0A-2880-4F45-A5F5-AA604479698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Team Page</a:t>
          </a:r>
          <a:endParaRPr lang="en-US" b="1"/>
        </a:p>
      </dgm:t>
    </dgm:pt>
    <dgm:pt modelId="{57044E56-667E-4BB3-85AA-9B6F5E287917}" type="parTrans" cxnId="{921E04A3-94B3-47F1-A31A-78CF567EBD98}">
      <dgm:prSet/>
      <dgm:spPr/>
      <dgm:t>
        <a:bodyPr/>
        <a:lstStyle/>
        <a:p>
          <a:endParaRPr lang="en-US" b="1"/>
        </a:p>
      </dgm:t>
    </dgm:pt>
    <dgm:pt modelId="{4F136634-EDC3-4823-83F0-4702C0628BB2}" type="sibTrans" cxnId="{921E04A3-94B3-47F1-A31A-78CF567EBD98}">
      <dgm:prSet/>
      <dgm:spPr/>
      <dgm:t>
        <a:bodyPr/>
        <a:lstStyle/>
        <a:p>
          <a:endParaRPr lang="en-US" b="1"/>
        </a:p>
      </dgm:t>
    </dgm:pt>
    <dgm:pt modelId="{937D8CA3-65D3-455D-8F7E-AECCC30056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Footer + responsive UI</a:t>
          </a:r>
          <a:endParaRPr lang="en-US" b="1"/>
        </a:p>
      </dgm:t>
    </dgm:pt>
    <dgm:pt modelId="{2D2E7AB0-0102-42D6-A104-D74E0EDA19D0}" type="parTrans" cxnId="{BFA94FE0-C07A-4866-8FEF-B179F263532C}">
      <dgm:prSet/>
      <dgm:spPr/>
      <dgm:t>
        <a:bodyPr/>
        <a:lstStyle/>
        <a:p>
          <a:endParaRPr lang="en-US" b="1"/>
        </a:p>
      </dgm:t>
    </dgm:pt>
    <dgm:pt modelId="{26373153-CFD1-4FAC-B082-6A779103993A}" type="sibTrans" cxnId="{BFA94FE0-C07A-4866-8FEF-B179F263532C}">
      <dgm:prSet/>
      <dgm:spPr/>
      <dgm:t>
        <a:bodyPr/>
        <a:lstStyle/>
        <a:p>
          <a:endParaRPr lang="en-US" b="1"/>
        </a:p>
      </dgm:t>
    </dgm:pt>
    <dgm:pt modelId="{F0D783EE-07CD-4372-9A08-F875EDB52CCF}" type="pres">
      <dgm:prSet presAssocID="{583DF684-5513-4FA1-907F-86191AD648EC}" presName="root" presStyleCnt="0">
        <dgm:presLayoutVars>
          <dgm:dir/>
          <dgm:resizeHandles val="exact"/>
        </dgm:presLayoutVars>
      </dgm:prSet>
      <dgm:spPr/>
    </dgm:pt>
    <dgm:pt modelId="{02965F66-81CD-4E70-B96A-5361E0BBB7D9}" type="pres">
      <dgm:prSet presAssocID="{37EEAAC8-7376-4146-B44A-36959620E702}" presName="compNode" presStyleCnt="0"/>
      <dgm:spPr/>
    </dgm:pt>
    <dgm:pt modelId="{15CB0266-9E50-4A95-B156-E8A1C1DE05A5}" type="pres">
      <dgm:prSet presAssocID="{37EEAAC8-7376-4146-B44A-36959620E702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8C5396D-23C6-421C-96FE-76B2C53321E4}" type="pres">
      <dgm:prSet presAssocID="{37EEAAC8-7376-4146-B44A-36959620E70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769AFC77-0069-45DC-840D-9BDCC82BA16C}" type="pres">
      <dgm:prSet presAssocID="{37EEAAC8-7376-4146-B44A-36959620E702}" presName="spaceRect" presStyleCnt="0"/>
      <dgm:spPr/>
    </dgm:pt>
    <dgm:pt modelId="{86CF8A71-A55A-4FF2-9C31-02CDDDAB5D2D}" type="pres">
      <dgm:prSet presAssocID="{37EEAAC8-7376-4146-B44A-36959620E702}" presName="textRect" presStyleLbl="revTx" presStyleIdx="0" presStyleCnt="6">
        <dgm:presLayoutVars>
          <dgm:chMax val="1"/>
          <dgm:chPref val="1"/>
        </dgm:presLayoutVars>
      </dgm:prSet>
      <dgm:spPr/>
    </dgm:pt>
    <dgm:pt modelId="{0BB5331C-8A6A-411A-8005-115248A202D8}" type="pres">
      <dgm:prSet presAssocID="{1C199465-9893-413B-A984-7EEE4030DAE7}" presName="sibTrans" presStyleCnt="0"/>
      <dgm:spPr/>
    </dgm:pt>
    <dgm:pt modelId="{04B93C53-5853-4439-B76A-16F764DC6106}" type="pres">
      <dgm:prSet presAssocID="{3398540D-1DE2-411D-BC39-FF692D0EBA8E}" presName="compNode" presStyleCnt="0"/>
      <dgm:spPr/>
    </dgm:pt>
    <dgm:pt modelId="{3F5C821F-A367-4F77-B607-9CE044D05736}" type="pres">
      <dgm:prSet presAssocID="{3398540D-1DE2-411D-BC39-FF692D0EBA8E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3FA6CE6-6B82-4471-A4CB-3D80986B8CA8}" type="pres">
      <dgm:prSet presAssocID="{3398540D-1DE2-411D-BC39-FF692D0EBA8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2C989913-4956-4789-84B2-3136F41BAA17}" type="pres">
      <dgm:prSet presAssocID="{3398540D-1DE2-411D-BC39-FF692D0EBA8E}" presName="spaceRect" presStyleCnt="0"/>
      <dgm:spPr/>
    </dgm:pt>
    <dgm:pt modelId="{6E40F908-0665-4A26-8E20-4891256A25E0}" type="pres">
      <dgm:prSet presAssocID="{3398540D-1DE2-411D-BC39-FF692D0EBA8E}" presName="textRect" presStyleLbl="revTx" presStyleIdx="1" presStyleCnt="6">
        <dgm:presLayoutVars>
          <dgm:chMax val="1"/>
          <dgm:chPref val="1"/>
        </dgm:presLayoutVars>
      </dgm:prSet>
      <dgm:spPr/>
    </dgm:pt>
    <dgm:pt modelId="{3157A724-A68E-4926-9E14-23EE0748BBD0}" type="pres">
      <dgm:prSet presAssocID="{65110ECF-A7BC-4065-8086-142B64AB3239}" presName="sibTrans" presStyleCnt="0"/>
      <dgm:spPr/>
    </dgm:pt>
    <dgm:pt modelId="{DABCFF3F-9A2E-4BC4-BB7E-494CB02C517B}" type="pres">
      <dgm:prSet presAssocID="{84F7B0C4-3E7D-45B0-A8FE-C7661C46034E}" presName="compNode" presStyleCnt="0"/>
      <dgm:spPr/>
    </dgm:pt>
    <dgm:pt modelId="{175C5456-1072-4333-AFEA-724C171AAE5C}" type="pres">
      <dgm:prSet presAssocID="{84F7B0C4-3E7D-45B0-A8FE-C7661C46034E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B3A485A-7CDE-4E34-937A-1030F76D2D9F}" type="pres">
      <dgm:prSet presAssocID="{84F7B0C4-3E7D-45B0-A8FE-C7661C46034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59A5E41-7C39-4954-9B64-A3A309ED8EAE}" type="pres">
      <dgm:prSet presAssocID="{84F7B0C4-3E7D-45B0-A8FE-C7661C46034E}" presName="spaceRect" presStyleCnt="0"/>
      <dgm:spPr/>
    </dgm:pt>
    <dgm:pt modelId="{87E81367-D207-411E-89F1-56492FE14A0A}" type="pres">
      <dgm:prSet presAssocID="{84F7B0C4-3E7D-45B0-A8FE-C7661C46034E}" presName="textRect" presStyleLbl="revTx" presStyleIdx="2" presStyleCnt="6">
        <dgm:presLayoutVars>
          <dgm:chMax val="1"/>
          <dgm:chPref val="1"/>
        </dgm:presLayoutVars>
      </dgm:prSet>
      <dgm:spPr/>
    </dgm:pt>
    <dgm:pt modelId="{6FA7E7C1-8519-41A2-B3F1-31E038255077}" type="pres">
      <dgm:prSet presAssocID="{F18A08E0-80D1-491D-BA3A-2E28732BD755}" presName="sibTrans" presStyleCnt="0"/>
      <dgm:spPr/>
    </dgm:pt>
    <dgm:pt modelId="{10B86BA0-A886-4800-8F36-3FAE97A3FA27}" type="pres">
      <dgm:prSet presAssocID="{3F19801D-1519-4353-A39B-0DFB433F6BE1}" presName="compNode" presStyleCnt="0"/>
      <dgm:spPr/>
    </dgm:pt>
    <dgm:pt modelId="{EBBDDF46-B5CF-4504-8D64-35F97224F21C}" type="pres">
      <dgm:prSet presAssocID="{3F19801D-1519-4353-A39B-0DFB433F6BE1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4A30ACCD-6BBD-49D0-BDAB-073935C7BA94}" type="pres">
      <dgm:prSet presAssocID="{3F19801D-1519-4353-A39B-0DFB433F6BE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46E6EB5-B53D-4117-BB4C-E513F30781BF}" type="pres">
      <dgm:prSet presAssocID="{3F19801D-1519-4353-A39B-0DFB433F6BE1}" presName="spaceRect" presStyleCnt="0"/>
      <dgm:spPr/>
    </dgm:pt>
    <dgm:pt modelId="{B3AAE9AD-DF72-4F78-88BA-E7A8882F7B25}" type="pres">
      <dgm:prSet presAssocID="{3F19801D-1519-4353-A39B-0DFB433F6BE1}" presName="textRect" presStyleLbl="revTx" presStyleIdx="3" presStyleCnt="6">
        <dgm:presLayoutVars>
          <dgm:chMax val="1"/>
          <dgm:chPref val="1"/>
        </dgm:presLayoutVars>
      </dgm:prSet>
      <dgm:spPr/>
    </dgm:pt>
    <dgm:pt modelId="{569EEFED-EF82-4F14-9E10-877C5CDC3F22}" type="pres">
      <dgm:prSet presAssocID="{770FC40E-0F3A-42D2-89F5-D262237669F1}" presName="sibTrans" presStyleCnt="0"/>
      <dgm:spPr/>
    </dgm:pt>
    <dgm:pt modelId="{CEBCA494-8F20-4734-9123-5481676CF785}" type="pres">
      <dgm:prSet presAssocID="{2E24CD0A-2880-4F45-A5F5-AA6044796986}" presName="compNode" presStyleCnt="0"/>
      <dgm:spPr/>
    </dgm:pt>
    <dgm:pt modelId="{FE9FE60A-F63F-4F36-87B7-505976B9B98F}" type="pres">
      <dgm:prSet presAssocID="{2E24CD0A-2880-4F45-A5F5-AA6044796986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CE8EB5A-62D8-46DF-BD05-98EDDC9DB763}" type="pres">
      <dgm:prSet presAssocID="{2E24CD0A-2880-4F45-A5F5-AA604479698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F750AF0-0FBB-42E8-A0A7-086D3DA1B6BD}" type="pres">
      <dgm:prSet presAssocID="{2E24CD0A-2880-4F45-A5F5-AA6044796986}" presName="spaceRect" presStyleCnt="0"/>
      <dgm:spPr/>
    </dgm:pt>
    <dgm:pt modelId="{31207E37-C22A-4244-879B-C3C553DBF08A}" type="pres">
      <dgm:prSet presAssocID="{2E24CD0A-2880-4F45-A5F5-AA6044796986}" presName="textRect" presStyleLbl="revTx" presStyleIdx="4" presStyleCnt="6">
        <dgm:presLayoutVars>
          <dgm:chMax val="1"/>
          <dgm:chPref val="1"/>
        </dgm:presLayoutVars>
      </dgm:prSet>
      <dgm:spPr/>
    </dgm:pt>
    <dgm:pt modelId="{F1C70456-F73A-4312-A135-469A9288A5F1}" type="pres">
      <dgm:prSet presAssocID="{4F136634-EDC3-4823-83F0-4702C0628BB2}" presName="sibTrans" presStyleCnt="0"/>
      <dgm:spPr/>
    </dgm:pt>
    <dgm:pt modelId="{2971B491-FDAF-4812-8854-9CFAE43E23D2}" type="pres">
      <dgm:prSet presAssocID="{937D8CA3-65D3-455D-8F7E-AECCC3005613}" presName="compNode" presStyleCnt="0"/>
      <dgm:spPr/>
    </dgm:pt>
    <dgm:pt modelId="{A6C5A3E7-80CE-458B-B722-7A8249870F04}" type="pres">
      <dgm:prSet presAssocID="{937D8CA3-65D3-455D-8F7E-AECCC3005613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A17429E-0580-4129-A396-24AC5B94D455}" type="pres">
      <dgm:prSet presAssocID="{937D8CA3-65D3-455D-8F7E-AECCC300561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FC83EEC-480D-4B59-8129-8C62F84E7ECC}" type="pres">
      <dgm:prSet presAssocID="{937D8CA3-65D3-455D-8F7E-AECCC3005613}" presName="spaceRect" presStyleCnt="0"/>
      <dgm:spPr/>
    </dgm:pt>
    <dgm:pt modelId="{B2310C0E-82EB-480A-9765-7592E6BDD9C6}" type="pres">
      <dgm:prSet presAssocID="{937D8CA3-65D3-455D-8F7E-AECCC300561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04B9F10-40C8-44D3-A71E-FAC446433D84}" srcId="{583DF684-5513-4FA1-907F-86191AD648EC}" destId="{37EEAAC8-7376-4146-B44A-36959620E702}" srcOrd="0" destOrd="0" parTransId="{47DA2C4F-8839-40A2-9285-743262DDB899}" sibTransId="{1C199465-9893-413B-A984-7EEE4030DAE7}"/>
    <dgm:cxn modelId="{FDB8F910-577D-4948-904B-667588DEA6FB}" type="presOf" srcId="{937D8CA3-65D3-455D-8F7E-AECCC3005613}" destId="{B2310C0E-82EB-480A-9765-7592E6BDD9C6}" srcOrd="0" destOrd="0" presId="urn:microsoft.com/office/officeart/2018/5/layout/IconLeafLabelList"/>
    <dgm:cxn modelId="{AE0DF811-76D0-4828-82FF-F03E797B9C0D}" srcId="{583DF684-5513-4FA1-907F-86191AD648EC}" destId="{84F7B0C4-3E7D-45B0-A8FE-C7661C46034E}" srcOrd="2" destOrd="0" parTransId="{154A7B54-A71E-4D30-9992-7AA3F7F45637}" sibTransId="{F18A08E0-80D1-491D-BA3A-2E28732BD755}"/>
    <dgm:cxn modelId="{7C13FF1F-7668-499D-8F5A-E8814D6FB09E}" type="presOf" srcId="{37EEAAC8-7376-4146-B44A-36959620E702}" destId="{86CF8A71-A55A-4FF2-9C31-02CDDDAB5D2D}" srcOrd="0" destOrd="0" presId="urn:microsoft.com/office/officeart/2018/5/layout/IconLeafLabelList"/>
    <dgm:cxn modelId="{98432B3F-080E-4134-8EC7-C3952643C415}" type="presOf" srcId="{2E24CD0A-2880-4F45-A5F5-AA6044796986}" destId="{31207E37-C22A-4244-879B-C3C553DBF08A}" srcOrd="0" destOrd="0" presId="urn:microsoft.com/office/officeart/2018/5/layout/IconLeafLabelList"/>
    <dgm:cxn modelId="{8C71D85E-7BDC-4F3A-84AC-1036D040EB0A}" type="presOf" srcId="{3398540D-1DE2-411D-BC39-FF692D0EBA8E}" destId="{6E40F908-0665-4A26-8E20-4891256A25E0}" srcOrd="0" destOrd="0" presId="urn:microsoft.com/office/officeart/2018/5/layout/IconLeafLabelList"/>
    <dgm:cxn modelId="{99BCC041-14A7-474A-9B4E-C10349EFE289}" srcId="{583DF684-5513-4FA1-907F-86191AD648EC}" destId="{3398540D-1DE2-411D-BC39-FF692D0EBA8E}" srcOrd="1" destOrd="0" parTransId="{925F2D84-771F-4A42-BE0A-3963BB81056C}" sibTransId="{65110ECF-A7BC-4065-8086-142B64AB3239}"/>
    <dgm:cxn modelId="{1D40264D-6CEA-4097-B88B-07BC5C3FB61B}" srcId="{583DF684-5513-4FA1-907F-86191AD648EC}" destId="{3F19801D-1519-4353-A39B-0DFB433F6BE1}" srcOrd="3" destOrd="0" parTransId="{BD2FC5BF-D5A3-4940-BCB7-E81E50B57E96}" sibTransId="{770FC40E-0F3A-42D2-89F5-D262237669F1}"/>
    <dgm:cxn modelId="{85DE0F99-6BCF-4E1E-9E21-47B000A87CF1}" type="presOf" srcId="{84F7B0C4-3E7D-45B0-A8FE-C7661C46034E}" destId="{87E81367-D207-411E-89F1-56492FE14A0A}" srcOrd="0" destOrd="0" presId="urn:microsoft.com/office/officeart/2018/5/layout/IconLeafLabelList"/>
    <dgm:cxn modelId="{921E04A3-94B3-47F1-A31A-78CF567EBD98}" srcId="{583DF684-5513-4FA1-907F-86191AD648EC}" destId="{2E24CD0A-2880-4F45-A5F5-AA6044796986}" srcOrd="4" destOrd="0" parTransId="{57044E56-667E-4BB3-85AA-9B6F5E287917}" sibTransId="{4F136634-EDC3-4823-83F0-4702C0628BB2}"/>
    <dgm:cxn modelId="{1F7A8DD6-BBE4-47D9-A588-94538D57ED99}" type="presOf" srcId="{583DF684-5513-4FA1-907F-86191AD648EC}" destId="{F0D783EE-07CD-4372-9A08-F875EDB52CCF}" srcOrd="0" destOrd="0" presId="urn:microsoft.com/office/officeart/2018/5/layout/IconLeafLabelList"/>
    <dgm:cxn modelId="{BFA94FE0-C07A-4866-8FEF-B179F263532C}" srcId="{583DF684-5513-4FA1-907F-86191AD648EC}" destId="{937D8CA3-65D3-455D-8F7E-AECCC3005613}" srcOrd="5" destOrd="0" parTransId="{2D2E7AB0-0102-42D6-A104-D74E0EDA19D0}" sibTransId="{26373153-CFD1-4FAC-B082-6A779103993A}"/>
    <dgm:cxn modelId="{956558F5-8C8D-406C-8C87-EEBEA8901F23}" type="presOf" srcId="{3F19801D-1519-4353-A39B-0DFB433F6BE1}" destId="{B3AAE9AD-DF72-4F78-88BA-E7A8882F7B25}" srcOrd="0" destOrd="0" presId="urn:microsoft.com/office/officeart/2018/5/layout/IconLeafLabelList"/>
    <dgm:cxn modelId="{B6F233D3-7670-4ECE-B4DE-9232DA633C9A}" type="presParOf" srcId="{F0D783EE-07CD-4372-9A08-F875EDB52CCF}" destId="{02965F66-81CD-4E70-B96A-5361E0BBB7D9}" srcOrd="0" destOrd="0" presId="urn:microsoft.com/office/officeart/2018/5/layout/IconLeafLabelList"/>
    <dgm:cxn modelId="{47A75700-B9BD-41D6-8DF3-2A3187CD7058}" type="presParOf" srcId="{02965F66-81CD-4E70-B96A-5361E0BBB7D9}" destId="{15CB0266-9E50-4A95-B156-E8A1C1DE05A5}" srcOrd="0" destOrd="0" presId="urn:microsoft.com/office/officeart/2018/5/layout/IconLeafLabelList"/>
    <dgm:cxn modelId="{2AD00661-F152-47D8-B3E4-A70DFD0B3879}" type="presParOf" srcId="{02965F66-81CD-4E70-B96A-5361E0BBB7D9}" destId="{B8C5396D-23C6-421C-96FE-76B2C53321E4}" srcOrd="1" destOrd="0" presId="urn:microsoft.com/office/officeart/2018/5/layout/IconLeafLabelList"/>
    <dgm:cxn modelId="{066CF51F-60F8-4CBF-B2C6-A2EEF65B6366}" type="presParOf" srcId="{02965F66-81CD-4E70-B96A-5361E0BBB7D9}" destId="{769AFC77-0069-45DC-840D-9BDCC82BA16C}" srcOrd="2" destOrd="0" presId="urn:microsoft.com/office/officeart/2018/5/layout/IconLeafLabelList"/>
    <dgm:cxn modelId="{03C1E78B-81BC-4821-898E-4E567C676931}" type="presParOf" srcId="{02965F66-81CD-4E70-B96A-5361E0BBB7D9}" destId="{86CF8A71-A55A-4FF2-9C31-02CDDDAB5D2D}" srcOrd="3" destOrd="0" presId="urn:microsoft.com/office/officeart/2018/5/layout/IconLeafLabelList"/>
    <dgm:cxn modelId="{C5777FCF-822E-4964-B1FC-1E3A6A11B54C}" type="presParOf" srcId="{F0D783EE-07CD-4372-9A08-F875EDB52CCF}" destId="{0BB5331C-8A6A-411A-8005-115248A202D8}" srcOrd="1" destOrd="0" presId="urn:microsoft.com/office/officeart/2018/5/layout/IconLeafLabelList"/>
    <dgm:cxn modelId="{D4ED36EC-BD57-4C26-A0BF-5CAAAEB25D0C}" type="presParOf" srcId="{F0D783EE-07CD-4372-9A08-F875EDB52CCF}" destId="{04B93C53-5853-4439-B76A-16F764DC6106}" srcOrd="2" destOrd="0" presId="urn:microsoft.com/office/officeart/2018/5/layout/IconLeafLabelList"/>
    <dgm:cxn modelId="{029FB090-433B-40CA-AD3B-23F00C66B933}" type="presParOf" srcId="{04B93C53-5853-4439-B76A-16F764DC6106}" destId="{3F5C821F-A367-4F77-B607-9CE044D05736}" srcOrd="0" destOrd="0" presId="urn:microsoft.com/office/officeart/2018/5/layout/IconLeafLabelList"/>
    <dgm:cxn modelId="{A63D1C16-220C-4F24-818C-20997070E3CD}" type="presParOf" srcId="{04B93C53-5853-4439-B76A-16F764DC6106}" destId="{F3FA6CE6-6B82-4471-A4CB-3D80986B8CA8}" srcOrd="1" destOrd="0" presId="urn:microsoft.com/office/officeart/2018/5/layout/IconLeafLabelList"/>
    <dgm:cxn modelId="{EF3871C4-B0B7-40DD-80D6-BD9CB7985C9F}" type="presParOf" srcId="{04B93C53-5853-4439-B76A-16F764DC6106}" destId="{2C989913-4956-4789-84B2-3136F41BAA17}" srcOrd="2" destOrd="0" presId="urn:microsoft.com/office/officeart/2018/5/layout/IconLeafLabelList"/>
    <dgm:cxn modelId="{9EB9CD0A-33D2-46EA-8B98-7A9BD0D330E8}" type="presParOf" srcId="{04B93C53-5853-4439-B76A-16F764DC6106}" destId="{6E40F908-0665-4A26-8E20-4891256A25E0}" srcOrd="3" destOrd="0" presId="urn:microsoft.com/office/officeart/2018/5/layout/IconLeafLabelList"/>
    <dgm:cxn modelId="{E2161534-2E2A-465D-9EAF-82D4D1356C8F}" type="presParOf" srcId="{F0D783EE-07CD-4372-9A08-F875EDB52CCF}" destId="{3157A724-A68E-4926-9E14-23EE0748BBD0}" srcOrd="3" destOrd="0" presId="urn:microsoft.com/office/officeart/2018/5/layout/IconLeafLabelList"/>
    <dgm:cxn modelId="{82E608B7-4E56-471B-A8D1-73ACA881855D}" type="presParOf" srcId="{F0D783EE-07CD-4372-9A08-F875EDB52CCF}" destId="{DABCFF3F-9A2E-4BC4-BB7E-494CB02C517B}" srcOrd="4" destOrd="0" presId="urn:microsoft.com/office/officeart/2018/5/layout/IconLeafLabelList"/>
    <dgm:cxn modelId="{CDE96738-D2AD-4207-AB15-318490A061C4}" type="presParOf" srcId="{DABCFF3F-9A2E-4BC4-BB7E-494CB02C517B}" destId="{175C5456-1072-4333-AFEA-724C171AAE5C}" srcOrd="0" destOrd="0" presId="urn:microsoft.com/office/officeart/2018/5/layout/IconLeafLabelList"/>
    <dgm:cxn modelId="{337A4F8F-C845-4FBD-A8B1-655618F7D49A}" type="presParOf" srcId="{DABCFF3F-9A2E-4BC4-BB7E-494CB02C517B}" destId="{7B3A485A-7CDE-4E34-937A-1030F76D2D9F}" srcOrd="1" destOrd="0" presId="urn:microsoft.com/office/officeart/2018/5/layout/IconLeafLabelList"/>
    <dgm:cxn modelId="{ACA5172B-7149-4628-B198-F225828DA767}" type="presParOf" srcId="{DABCFF3F-9A2E-4BC4-BB7E-494CB02C517B}" destId="{659A5E41-7C39-4954-9B64-A3A309ED8EAE}" srcOrd="2" destOrd="0" presId="urn:microsoft.com/office/officeart/2018/5/layout/IconLeafLabelList"/>
    <dgm:cxn modelId="{4F17D38E-F1B9-4C1C-B649-15323E9AEB60}" type="presParOf" srcId="{DABCFF3F-9A2E-4BC4-BB7E-494CB02C517B}" destId="{87E81367-D207-411E-89F1-56492FE14A0A}" srcOrd="3" destOrd="0" presId="urn:microsoft.com/office/officeart/2018/5/layout/IconLeafLabelList"/>
    <dgm:cxn modelId="{B54341D9-1C9D-47B6-9D8C-9B9AC41DDF17}" type="presParOf" srcId="{F0D783EE-07CD-4372-9A08-F875EDB52CCF}" destId="{6FA7E7C1-8519-41A2-B3F1-31E038255077}" srcOrd="5" destOrd="0" presId="urn:microsoft.com/office/officeart/2018/5/layout/IconLeafLabelList"/>
    <dgm:cxn modelId="{82D56CC6-461A-475D-B002-018E9211819B}" type="presParOf" srcId="{F0D783EE-07CD-4372-9A08-F875EDB52CCF}" destId="{10B86BA0-A886-4800-8F36-3FAE97A3FA27}" srcOrd="6" destOrd="0" presId="urn:microsoft.com/office/officeart/2018/5/layout/IconLeafLabelList"/>
    <dgm:cxn modelId="{355FF3A0-3F3F-47B0-BF69-5FD77EE99712}" type="presParOf" srcId="{10B86BA0-A886-4800-8F36-3FAE97A3FA27}" destId="{EBBDDF46-B5CF-4504-8D64-35F97224F21C}" srcOrd="0" destOrd="0" presId="urn:microsoft.com/office/officeart/2018/5/layout/IconLeafLabelList"/>
    <dgm:cxn modelId="{EAE8D826-7E89-4FB4-B179-E6980AADCC85}" type="presParOf" srcId="{10B86BA0-A886-4800-8F36-3FAE97A3FA27}" destId="{4A30ACCD-6BBD-49D0-BDAB-073935C7BA94}" srcOrd="1" destOrd="0" presId="urn:microsoft.com/office/officeart/2018/5/layout/IconLeafLabelList"/>
    <dgm:cxn modelId="{C874A724-8C6A-4FDB-A4A8-1CC61C9ECBFB}" type="presParOf" srcId="{10B86BA0-A886-4800-8F36-3FAE97A3FA27}" destId="{D46E6EB5-B53D-4117-BB4C-E513F30781BF}" srcOrd="2" destOrd="0" presId="urn:microsoft.com/office/officeart/2018/5/layout/IconLeafLabelList"/>
    <dgm:cxn modelId="{AF87B0F8-6AD2-4301-A2E5-F5D1C73B3319}" type="presParOf" srcId="{10B86BA0-A886-4800-8F36-3FAE97A3FA27}" destId="{B3AAE9AD-DF72-4F78-88BA-E7A8882F7B25}" srcOrd="3" destOrd="0" presId="urn:microsoft.com/office/officeart/2018/5/layout/IconLeafLabelList"/>
    <dgm:cxn modelId="{78AAC042-BD5D-43D5-B9EE-4C44A9807CD0}" type="presParOf" srcId="{F0D783EE-07CD-4372-9A08-F875EDB52CCF}" destId="{569EEFED-EF82-4F14-9E10-877C5CDC3F22}" srcOrd="7" destOrd="0" presId="urn:microsoft.com/office/officeart/2018/5/layout/IconLeafLabelList"/>
    <dgm:cxn modelId="{4702B99A-7C65-4DDF-933C-02CAED00C567}" type="presParOf" srcId="{F0D783EE-07CD-4372-9A08-F875EDB52CCF}" destId="{CEBCA494-8F20-4734-9123-5481676CF785}" srcOrd="8" destOrd="0" presId="urn:microsoft.com/office/officeart/2018/5/layout/IconLeafLabelList"/>
    <dgm:cxn modelId="{8CC31455-E2BE-4FD4-B146-07466A04ACD8}" type="presParOf" srcId="{CEBCA494-8F20-4734-9123-5481676CF785}" destId="{FE9FE60A-F63F-4F36-87B7-505976B9B98F}" srcOrd="0" destOrd="0" presId="urn:microsoft.com/office/officeart/2018/5/layout/IconLeafLabelList"/>
    <dgm:cxn modelId="{339AD9B9-6A8F-44AF-8207-7993280268DE}" type="presParOf" srcId="{CEBCA494-8F20-4734-9123-5481676CF785}" destId="{DCE8EB5A-62D8-46DF-BD05-98EDDC9DB763}" srcOrd="1" destOrd="0" presId="urn:microsoft.com/office/officeart/2018/5/layout/IconLeafLabelList"/>
    <dgm:cxn modelId="{CD337588-410F-4645-9F30-12D3B59A0226}" type="presParOf" srcId="{CEBCA494-8F20-4734-9123-5481676CF785}" destId="{EF750AF0-0FBB-42E8-A0A7-086D3DA1B6BD}" srcOrd="2" destOrd="0" presId="urn:microsoft.com/office/officeart/2018/5/layout/IconLeafLabelList"/>
    <dgm:cxn modelId="{EEE3B403-9F85-4361-A1D6-5CBC977EFA73}" type="presParOf" srcId="{CEBCA494-8F20-4734-9123-5481676CF785}" destId="{31207E37-C22A-4244-879B-C3C553DBF08A}" srcOrd="3" destOrd="0" presId="urn:microsoft.com/office/officeart/2018/5/layout/IconLeafLabelList"/>
    <dgm:cxn modelId="{3441D39A-1FA4-456F-A252-8E9173B4EE96}" type="presParOf" srcId="{F0D783EE-07CD-4372-9A08-F875EDB52CCF}" destId="{F1C70456-F73A-4312-A135-469A9288A5F1}" srcOrd="9" destOrd="0" presId="urn:microsoft.com/office/officeart/2018/5/layout/IconLeafLabelList"/>
    <dgm:cxn modelId="{2F71DDB0-EEB5-4B78-9E84-7F8D401E748F}" type="presParOf" srcId="{F0D783EE-07CD-4372-9A08-F875EDB52CCF}" destId="{2971B491-FDAF-4812-8854-9CFAE43E23D2}" srcOrd="10" destOrd="0" presId="urn:microsoft.com/office/officeart/2018/5/layout/IconLeafLabelList"/>
    <dgm:cxn modelId="{36B7530C-72EB-47D0-98F6-8B58DF02A21C}" type="presParOf" srcId="{2971B491-FDAF-4812-8854-9CFAE43E23D2}" destId="{A6C5A3E7-80CE-458B-B722-7A8249870F04}" srcOrd="0" destOrd="0" presId="urn:microsoft.com/office/officeart/2018/5/layout/IconLeafLabelList"/>
    <dgm:cxn modelId="{0A95B731-A5BF-40BC-BD90-5652A8BB790A}" type="presParOf" srcId="{2971B491-FDAF-4812-8854-9CFAE43E23D2}" destId="{DA17429E-0580-4129-A396-24AC5B94D455}" srcOrd="1" destOrd="0" presId="urn:microsoft.com/office/officeart/2018/5/layout/IconLeafLabelList"/>
    <dgm:cxn modelId="{50F39FA8-30E9-4BF4-8095-0B8850C239C2}" type="presParOf" srcId="{2971B491-FDAF-4812-8854-9CFAE43E23D2}" destId="{EFC83EEC-480D-4B59-8129-8C62F84E7ECC}" srcOrd="2" destOrd="0" presId="urn:microsoft.com/office/officeart/2018/5/layout/IconLeafLabelList"/>
    <dgm:cxn modelId="{F0E792FE-68C7-40CC-A36A-423A66E46752}" type="presParOf" srcId="{2971B491-FDAF-4812-8854-9CFAE43E23D2}" destId="{B2310C0E-82EB-480A-9765-7592E6BDD9C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7AADFD-67D5-483F-906B-EE51837F67C5}" type="doc">
      <dgm:prSet loTypeId="urn:microsoft.com/office/officeart/2005/8/layout/cycle1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DA8EC3D-E7C3-436C-93E9-FA6DE4CD48B9}">
      <dgm:prSet/>
      <dgm:spPr/>
      <dgm:t>
        <a:bodyPr/>
        <a:lstStyle/>
        <a:p>
          <a:r>
            <a:rPr lang="en-US" b="1" i="0" baseline="0"/>
            <a:t>User selects mood</a:t>
          </a:r>
          <a:endParaRPr lang="en-US" b="1"/>
        </a:p>
      </dgm:t>
    </dgm:pt>
    <dgm:pt modelId="{1ACCC509-E950-42BA-BB99-09AB184B8BF4}" type="parTrans" cxnId="{022C34A2-72A0-4B03-B865-46EF76FDEFF7}">
      <dgm:prSet/>
      <dgm:spPr/>
      <dgm:t>
        <a:bodyPr/>
        <a:lstStyle/>
        <a:p>
          <a:endParaRPr lang="en-US" b="1"/>
        </a:p>
      </dgm:t>
    </dgm:pt>
    <dgm:pt modelId="{893D2B71-CB6C-4AAB-AE48-09E14ACD7F71}" type="sibTrans" cxnId="{022C34A2-72A0-4B03-B865-46EF76FDEFF7}">
      <dgm:prSet/>
      <dgm:spPr/>
      <dgm:t>
        <a:bodyPr/>
        <a:lstStyle/>
        <a:p>
          <a:endParaRPr lang="en-US" b="1"/>
        </a:p>
      </dgm:t>
    </dgm:pt>
    <dgm:pt modelId="{0864A9A5-62C9-4D17-9735-1648D99E514B}">
      <dgm:prSet/>
      <dgm:spPr/>
      <dgm:t>
        <a:bodyPr/>
        <a:lstStyle/>
        <a:p>
          <a:r>
            <a:rPr lang="en-US" b="1" i="0" baseline="0"/>
            <a:t>User writes feelings</a:t>
          </a:r>
          <a:endParaRPr lang="en-US" b="1"/>
        </a:p>
      </dgm:t>
    </dgm:pt>
    <dgm:pt modelId="{A09CA2A3-CC3B-476A-957A-3A38EF661C09}" type="parTrans" cxnId="{2A11BECE-CDE2-4498-8B99-053900153824}">
      <dgm:prSet/>
      <dgm:spPr/>
      <dgm:t>
        <a:bodyPr/>
        <a:lstStyle/>
        <a:p>
          <a:endParaRPr lang="en-US" b="1"/>
        </a:p>
      </dgm:t>
    </dgm:pt>
    <dgm:pt modelId="{DF9C0D81-C93D-477D-B1C3-0FBD03881C06}" type="sibTrans" cxnId="{2A11BECE-CDE2-4498-8B99-053900153824}">
      <dgm:prSet/>
      <dgm:spPr/>
      <dgm:t>
        <a:bodyPr/>
        <a:lstStyle/>
        <a:p>
          <a:endParaRPr lang="en-US" b="1"/>
        </a:p>
      </dgm:t>
    </dgm:pt>
    <dgm:pt modelId="{09B19799-54B0-4B7C-9F39-8771ADDEA57D}">
      <dgm:prSet/>
      <dgm:spPr/>
      <dgm:t>
        <a:bodyPr/>
        <a:lstStyle/>
        <a:p>
          <a:r>
            <a:rPr lang="en-US" b="1" i="0" baseline="0"/>
            <a:t>Backend processes</a:t>
          </a:r>
          <a:endParaRPr lang="en-US" b="1"/>
        </a:p>
      </dgm:t>
    </dgm:pt>
    <dgm:pt modelId="{B52205FE-2BD1-4F78-9E2B-723D0C568A79}" type="parTrans" cxnId="{3ACEE323-8BCD-41E3-BAF7-519E9A0A7FAA}">
      <dgm:prSet/>
      <dgm:spPr/>
      <dgm:t>
        <a:bodyPr/>
        <a:lstStyle/>
        <a:p>
          <a:endParaRPr lang="en-US" b="1"/>
        </a:p>
      </dgm:t>
    </dgm:pt>
    <dgm:pt modelId="{2691BED5-E305-4836-BC1C-5BD3E66DCAED}" type="sibTrans" cxnId="{3ACEE323-8BCD-41E3-BAF7-519E9A0A7FAA}">
      <dgm:prSet/>
      <dgm:spPr/>
      <dgm:t>
        <a:bodyPr/>
        <a:lstStyle/>
        <a:p>
          <a:endParaRPr lang="en-US" b="1"/>
        </a:p>
      </dgm:t>
    </dgm:pt>
    <dgm:pt modelId="{D827CEE4-D719-4976-8C8C-333335218701}">
      <dgm:prSet/>
      <dgm:spPr/>
      <dgm:t>
        <a:bodyPr/>
        <a:lstStyle/>
        <a:p>
          <a:r>
            <a:rPr lang="en-US" b="1" i="0" baseline="0"/>
            <a:t>Returns emotional support + mindfulness + journaling prompt</a:t>
          </a:r>
          <a:endParaRPr lang="en-US" b="1"/>
        </a:p>
      </dgm:t>
    </dgm:pt>
    <dgm:pt modelId="{D0049E36-B5A2-48ED-8AF4-E2E52A7ED162}" type="parTrans" cxnId="{D32DA867-50F5-410E-B534-DEDF68DCC198}">
      <dgm:prSet/>
      <dgm:spPr/>
      <dgm:t>
        <a:bodyPr/>
        <a:lstStyle/>
        <a:p>
          <a:endParaRPr lang="en-US" b="1"/>
        </a:p>
      </dgm:t>
    </dgm:pt>
    <dgm:pt modelId="{56261B91-6DB2-46EB-B00C-76A8643EA752}" type="sibTrans" cxnId="{D32DA867-50F5-410E-B534-DEDF68DCC198}">
      <dgm:prSet/>
      <dgm:spPr/>
      <dgm:t>
        <a:bodyPr/>
        <a:lstStyle/>
        <a:p>
          <a:endParaRPr lang="en-US" b="1"/>
        </a:p>
      </dgm:t>
    </dgm:pt>
    <dgm:pt modelId="{ED7D9085-EC50-4541-81E9-9C4D5D1732E3}" type="pres">
      <dgm:prSet presAssocID="{9E7AADFD-67D5-483F-906B-EE51837F67C5}" presName="cycle" presStyleCnt="0">
        <dgm:presLayoutVars>
          <dgm:dir/>
          <dgm:resizeHandles val="exact"/>
        </dgm:presLayoutVars>
      </dgm:prSet>
      <dgm:spPr/>
    </dgm:pt>
    <dgm:pt modelId="{FF195CE3-D394-41AC-ABF0-CA0877080C81}" type="pres">
      <dgm:prSet presAssocID="{CDA8EC3D-E7C3-436C-93E9-FA6DE4CD48B9}" presName="dummy" presStyleCnt="0"/>
      <dgm:spPr/>
    </dgm:pt>
    <dgm:pt modelId="{948AF350-FE2A-4675-BE25-5D55ADD0ECD9}" type="pres">
      <dgm:prSet presAssocID="{CDA8EC3D-E7C3-436C-93E9-FA6DE4CD48B9}" presName="node" presStyleLbl="revTx" presStyleIdx="0" presStyleCnt="4">
        <dgm:presLayoutVars>
          <dgm:bulletEnabled val="1"/>
        </dgm:presLayoutVars>
      </dgm:prSet>
      <dgm:spPr/>
    </dgm:pt>
    <dgm:pt modelId="{92B7521D-53F7-4D25-862B-E29832642371}" type="pres">
      <dgm:prSet presAssocID="{893D2B71-CB6C-4AAB-AE48-09E14ACD7F71}" presName="sibTrans" presStyleLbl="node1" presStyleIdx="0" presStyleCnt="4"/>
      <dgm:spPr/>
    </dgm:pt>
    <dgm:pt modelId="{3A7DE4CD-43AB-47F4-9627-30CD76369FEA}" type="pres">
      <dgm:prSet presAssocID="{0864A9A5-62C9-4D17-9735-1648D99E514B}" presName="dummy" presStyleCnt="0"/>
      <dgm:spPr/>
    </dgm:pt>
    <dgm:pt modelId="{E0F91193-6817-4AAD-90D4-3F228B32C806}" type="pres">
      <dgm:prSet presAssocID="{0864A9A5-62C9-4D17-9735-1648D99E514B}" presName="node" presStyleLbl="revTx" presStyleIdx="1" presStyleCnt="4">
        <dgm:presLayoutVars>
          <dgm:bulletEnabled val="1"/>
        </dgm:presLayoutVars>
      </dgm:prSet>
      <dgm:spPr/>
    </dgm:pt>
    <dgm:pt modelId="{B5FDF240-E333-4023-94D2-F7A5E767E305}" type="pres">
      <dgm:prSet presAssocID="{DF9C0D81-C93D-477D-B1C3-0FBD03881C06}" presName="sibTrans" presStyleLbl="node1" presStyleIdx="1" presStyleCnt="4"/>
      <dgm:spPr/>
    </dgm:pt>
    <dgm:pt modelId="{8C2DAFBA-B973-44E5-BEB1-B87E42712C41}" type="pres">
      <dgm:prSet presAssocID="{09B19799-54B0-4B7C-9F39-8771ADDEA57D}" presName="dummy" presStyleCnt="0"/>
      <dgm:spPr/>
    </dgm:pt>
    <dgm:pt modelId="{4853071E-9FAC-47FC-9D18-DA59A5BB954E}" type="pres">
      <dgm:prSet presAssocID="{09B19799-54B0-4B7C-9F39-8771ADDEA57D}" presName="node" presStyleLbl="revTx" presStyleIdx="2" presStyleCnt="4">
        <dgm:presLayoutVars>
          <dgm:bulletEnabled val="1"/>
        </dgm:presLayoutVars>
      </dgm:prSet>
      <dgm:spPr/>
    </dgm:pt>
    <dgm:pt modelId="{F9ACC987-9DB7-456B-B5A6-10A14BD1C046}" type="pres">
      <dgm:prSet presAssocID="{2691BED5-E305-4836-BC1C-5BD3E66DCAED}" presName="sibTrans" presStyleLbl="node1" presStyleIdx="2" presStyleCnt="4"/>
      <dgm:spPr/>
    </dgm:pt>
    <dgm:pt modelId="{85052995-DA3E-4408-9DAE-180118946682}" type="pres">
      <dgm:prSet presAssocID="{D827CEE4-D719-4976-8C8C-333335218701}" presName="dummy" presStyleCnt="0"/>
      <dgm:spPr/>
    </dgm:pt>
    <dgm:pt modelId="{7388C8FA-2AFA-4C03-A630-F1AEAB57BB51}" type="pres">
      <dgm:prSet presAssocID="{D827CEE4-D719-4976-8C8C-333335218701}" presName="node" presStyleLbl="revTx" presStyleIdx="3" presStyleCnt="4">
        <dgm:presLayoutVars>
          <dgm:bulletEnabled val="1"/>
        </dgm:presLayoutVars>
      </dgm:prSet>
      <dgm:spPr/>
    </dgm:pt>
    <dgm:pt modelId="{C89B3422-CE74-4E8D-93CF-2E27008A1ABE}" type="pres">
      <dgm:prSet presAssocID="{56261B91-6DB2-46EB-B00C-76A8643EA752}" presName="sibTrans" presStyleLbl="node1" presStyleIdx="3" presStyleCnt="4"/>
      <dgm:spPr/>
    </dgm:pt>
  </dgm:ptLst>
  <dgm:cxnLst>
    <dgm:cxn modelId="{B16BEC17-ED4C-4A0F-9260-D047263D723A}" type="presOf" srcId="{2691BED5-E305-4836-BC1C-5BD3E66DCAED}" destId="{F9ACC987-9DB7-456B-B5A6-10A14BD1C046}" srcOrd="0" destOrd="0" presId="urn:microsoft.com/office/officeart/2005/8/layout/cycle1"/>
    <dgm:cxn modelId="{3ACEE323-8BCD-41E3-BAF7-519E9A0A7FAA}" srcId="{9E7AADFD-67D5-483F-906B-EE51837F67C5}" destId="{09B19799-54B0-4B7C-9F39-8771ADDEA57D}" srcOrd="2" destOrd="0" parTransId="{B52205FE-2BD1-4F78-9E2B-723D0C568A79}" sibTransId="{2691BED5-E305-4836-BC1C-5BD3E66DCAED}"/>
    <dgm:cxn modelId="{4EE0395E-2021-402B-96D7-D4FDE6F9594A}" type="presOf" srcId="{DF9C0D81-C93D-477D-B1C3-0FBD03881C06}" destId="{B5FDF240-E333-4023-94D2-F7A5E767E305}" srcOrd="0" destOrd="0" presId="urn:microsoft.com/office/officeart/2005/8/layout/cycle1"/>
    <dgm:cxn modelId="{D0A1F85F-73DC-4CA0-9666-8C2F076D4C73}" type="presOf" srcId="{893D2B71-CB6C-4AAB-AE48-09E14ACD7F71}" destId="{92B7521D-53F7-4D25-862B-E29832642371}" srcOrd="0" destOrd="0" presId="urn:microsoft.com/office/officeart/2005/8/layout/cycle1"/>
    <dgm:cxn modelId="{D32DA867-50F5-410E-B534-DEDF68DCC198}" srcId="{9E7AADFD-67D5-483F-906B-EE51837F67C5}" destId="{D827CEE4-D719-4976-8C8C-333335218701}" srcOrd="3" destOrd="0" parTransId="{D0049E36-B5A2-48ED-8AF4-E2E52A7ED162}" sibTransId="{56261B91-6DB2-46EB-B00C-76A8643EA752}"/>
    <dgm:cxn modelId="{0FF0DD4B-6098-4A58-B89B-7E0903AC33AF}" type="presOf" srcId="{D827CEE4-D719-4976-8C8C-333335218701}" destId="{7388C8FA-2AFA-4C03-A630-F1AEAB57BB51}" srcOrd="0" destOrd="0" presId="urn:microsoft.com/office/officeart/2005/8/layout/cycle1"/>
    <dgm:cxn modelId="{8C696C7F-AF9A-4BD3-B8DD-48AE4200CC94}" type="presOf" srcId="{56261B91-6DB2-46EB-B00C-76A8643EA752}" destId="{C89B3422-CE74-4E8D-93CF-2E27008A1ABE}" srcOrd="0" destOrd="0" presId="urn:microsoft.com/office/officeart/2005/8/layout/cycle1"/>
    <dgm:cxn modelId="{022C34A2-72A0-4B03-B865-46EF76FDEFF7}" srcId="{9E7AADFD-67D5-483F-906B-EE51837F67C5}" destId="{CDA8EC3D-E7C3-436C-93E9-FA6DE4CD48B9}" srcOrd="0" destOrd="0" parTransId="{1ACCC509-E950-42BA-BB99-09AB184B8BF4}" sibTransId="{893D2B71-CB6C-4AAB-AE48-09E14ACD7F71}"/>
    <dgm:cxn modelId="{5843C4AF-E1B3-4764-BE8E-3B0C88E7C8E9}" type="presOf" srcId="{0864A9A5-62C9-4D17-9735-1648D99E514B}" destId="{E0F91193-6817-4AAD-90D4-3F228B32C806}" srcOrd="0" destOrd="0" presId="urn:microsoft.com/office/officeart/2005/8/layout/cycle1"/>
    <dgm:cxn modelId="{2A11BECE-CDE2-4498-8B99-053900153824}" srcId="{9E7AADFD-67D5-483F-906B-EE51837F67C5}" destId="{0864A9A5-62C9-4D17-9735-1648D99E514B}" srcOrd="1" destOrd="0" parTransId="{A09CA2A3-CC3B-476A-957A-3A38EF661C09}" sibTransId="{DF9C0D81-C93D-477D-B1C3-0FBD03881C06}"/>
    <dgm:cxn modelId="{132371DA-2EAC-49D2-9A43-9814F82104D4}" type="presOf" srcId="{9E7AADFD-67D5-483F-906B-EE51837F67C5}" destId="{ED7D9085-EC50-4541-81E9-9C4D5D1732E3}" srcOrd="0" destOrd="0" presId="urn:microsoft.com/office/officeart/2005/8/layout/cycle1"/>
    <dgm:cxn modelId="{C4A33CE3-59E3-4F6E-8A28-F9511015A8C4}" type="presOf" srcId="{CDA8EC3D-E7C3-436C-93E9-FA6DE4CD48B9}" destId="{948AF350-FE2A-4675-BE25-5D55ADD0ECD9}" srcOrd="0" destOrd="0" presId="urn:microsoft.com/office/officeart/2005/8/layout/cycle1"/>
    <dgm:cxn modelId="{2E2D3CF8-3F96-4A56-A404-AE5EE877AF2F}" type="presOf" srcId="{09B19799-54B0-4B7C-9F39-8771ADDEA57D}" destId="{4853071E-9FAC-47FC-9D18-DA59A5BB954E}" srcOrd="0" destOrd="0" presId="urn:microsoft.com/office/officeart/2005/8/layout/cycle1"/>
    <dgm:cxn modelId="{A1178FF1-BE6D-4B2E-A49D-7B404DBBBDE3}" type="presParOf" srcId="{ED7D9085-EC50-4541-81E9-9C4D5D1732E3}" destId="{FF195CE3-D394-41AC-ABF0-CA0877080C81}" srcOrd="0" destOrd="0" presId="urn:microsoft.com/office/officeart/2005/8/layout/cycle1"/>
    <dgm:cxn modelId="{01510919-0CF8-47B1-9A4F-AC7EBA4E00D1}" type="presParOf" srcId="{ED7D9085-EC50-4541-81E9-9C4D5D1732E3}" destId="{948AF350-FE2A-4675-BE25-5D55ADD0ECD9}" srcOrd="1" destOrd="0" presId="urn:microsoft.com/office/officeart/2005/8/layout/cycle1"/>
    <dgm:cxn modelId="{8006E12E-28DC-4481-9873-6D5B557419CF}" type="presParOf" srcId="{ED7D9085-EC50-4541-81E9-9C4D5D1732E3}" destId="{92B7521D-53F7-4D25-862B-E29832642371}" srcOrd="2" destOrd="0" presId="urn:microsoft.com/office/officeart/2005/8/layout/cycle1"/>
    <dgm:cxn modelId="{0FB2B920-2712-4D24-A154-354713F99FB2}" type="presParOf" srcId="{ED7D9085-EC50-4541-81E9-9C4D5D1732E3}" destId="{3A7DE4CD-43AB-47F4-9627-30CD76369FEA}" srcOrd="3" destOrd="0" presId="urn:microsoft.com/office/officeart/2005/8/layout/cycle1"/>
    <dgm:cxn modelId="{E4A0C41D-8B0A-471B-8D4A-78DD06F3831C}" type="presParOf" srcId="{ED7D9085-EC50-4541-81E9-9C4D5D1732E3}" destId="{E0F91193-6817-4AAD-90D4-3F228B32C806}" srcOrd="4" destOrd="0" presId="urn:microsoft.com/office/officeart/2005/8/layout/cycle1"/>
    <dgm:cxn modelId="{AA954346-38AF-4E0E-8D6F-866CF15A3268}" type="presParOf" srcId="{ED7D9085-EC50-4541-81E9-9C4D5D1732E3}" destId="{B5FDF240-E333-4023-94D2-F7A5E767E305}" srcOrd="5" destOrd="0" presId="urn:microsoft.com/office/officeart/2005/8/layout/cycle1"/>
    <dgm:cxn modelId="{EB120B6A-6305-458D-9443-466450132183}" type="presParOf" srcId="{ED7D9085-EC50-4541-81E9-9C4D5D1732E3}" destId="{8C2DAFBA-B973-44E5-BEB1-B87E42712C41}" srcOrd="6" destOrd="0" presId="urn:microsoft.com/office/officeart/2005/8/layout/cycle1"/>
    <dgm:cxn modelId="{81E1AD39-D5A3-479F-BB2C-C22C59915422}" type="presParOf" srcId="{ED7D9085-EC50-4541-81E9-9C4D5D1732E3}" destId="{4853071E-9FAC-47FC-9D18-DA59A5BB954E}" srcOrd="7" destOrd="0" presId="urn:microsoft.com/office/officeart/2005/8/layout/cycle1"/>
    <dgm:cxn modelId="{7AFE3BA8-DFF5-4AA7-8D9F-172C0B1ADCB2}" type="presParOf" srcId="{ED7D9085-EC50-4541-81E9-9C4D5D1732E3}" destId="{F9ACC987-9DB7-456B-B5A6-10A14BD1C046}" srcOrd="8" destOrd="0" presId="urn:microsoft.com/office/officeart/2005/8/layout/cycle1"/>
    <dgm:cxn modelId="{15A6F334-3542-4969-8647-69D619D410AD}" type="presParOf" srcId="{ED7D9085-EC50-4541-81E9-9C4D5D1732E3}" destId="{85052995-DA3E-4408-9DAE-180118946682}" srcOrd="9" destOrd="0" presId="urn:microsoft.com/office/officeart/2005/8/layout/cycle1"/>
    <dgm:cxn modelId="{D6C51E4D-EFC2-4A7E-A232-E60D311C2444}" type="presParOf" srcId="{ED7D9085-EC50-4541-81E9-9C4D5D1732E3}" destId="{7388C8FA-2AFA-4C03-A630-F1AEAB57BB51}" srcOrd="10" destOrd="0" presId="urn:microsoft.com/office/officeart/2005/8/layout/cycle1"/>
    <dgm:cxn modelId="{4B5F2B13-D77D-4828-AC3A-D77EA021B2D4}" type="presParOf" srcId="{ED7D9085-EC50-4541-81E9-9C4D5D1732E3}" destId="{C89B3422-CE74-4E8D-93CF-2E27008A1ABE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7519DA3-93DF-4528-A395-99042ECFE381}" type="doc">
      <dgm:prSet loTypeId="urn:microsoft.com/office/officeart/2005/8/layout/hierarchy1" loCatId="hierarchy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C75CE6B-9A1E-40E1-B3F4-1A2DC6BBCF74}">
      <dgm:prSet/>
      <dgm:spPr/>
      <dgm:t>
        <a:bodyPr/>
        <a:lstStyle/>
        <a:p>
          <a:r>
            <a:rPr lang="en-US" b="1" i="0" baseline="0"/>
            <a:t>Select Goal</a:t>
          </a:r>
          <a:endParaRPr lang="en-US" b="1"/>
        </a:p>
      </dgm:t>
    </dgm:pt>
    <dgm:pt modelId="{A19D9E30-B58C-4B93-B06D-8E09715264FE}" type="parTrans" cxnId="{F777CCB9-4EDE-42AE-83F1-465EF9A0D364}">
      <dgm:prSet/>
      <dgm:spPr/>
      <dgm:t>
        <a:bodyPr/>
        <a:lstStyle/>
        <a:p>
          <a:endParaRPr lang="en-US" b="1"/>
        </a:p>
      </dgm:t>
    </dgm:pt>
    <dgm:pt modelId="{7C9AD0CB-F8DD-44A9-90B6-6DBE6B0676C2}" type="sibTrans" cxnId="{F777CCB9-4EDE-42AE-83F1-465EF9A0D364}">
      <dgm:prSet/>
      <dgm:spPr/>
      <dgm:t>
        <a:bodyPr/>
        <a:lstStyle/>
        <a:p>
          <a:endParaRPr lang="en-US" b="1"/>
        </a:p>
      </dgm:t>
    </dgm:pt>
    <dgm:pt modelId="{323F0A9A-25DC-4DD1-94F2-2C5EAA105184}">
      <dgm:prSet/>
      <dgm:spPr/>
      <dgm:t>
        <a:bodyPr/>
        <a:lstStyle/>
        <a:p>
          <a:r>
            <a:rPr lang="en-US" b="1" i="0" baseline="0"/>
            <a:t>Activity Level</a:t>
          </a:r>
          <a:endParaRPr lang="en-US" b="1"/>
        </a:p>
      </dgm:t>
    </dgm:pt>
    <dgm:pt modelId="{4BD08325-BDF7-44A7-ACBA-DA58E569E42C}" type="parTrans" cxnId="{278FB5B6-8FED-4734-B2B8-60E12C1F0AAC}">
      <dgm:prSet/>
      <dgm:spPr/>
      <dgm:t>
        <a:bodyPr/>
        <a:lstStyle/>
        <a:p>
          <a:endParaRPr lang="en-US" b="1"/>
        </a:p>
      </dgm:t>
    </dgm:pt>
    <dgm:pt modelId="{D1DBC98A-B260-4593-83B1-469B479D6840}" type="sibTrans" cxnId="{278FB5B6-8FED-4734-B2B8-60E12C1F0AAC}">
      <dgm:prSet/>
      <dgm:spPr/>
      <dgm:t>
        <a:bodyPr/>
        <a:lstStyle/>
        <a:p>
          <a:endParaRPr lang="en-US" b="1"/>
        </a:p>
      </dgm:t>
    </dgm:pt>
    <dgm:pt modelId="{01880133-F336-4121-9406-E9718B52A568}">
      <dgm:prSet/>
      <dgm:spPr/>
      <dgm:t>
        <a:bodyPr/>
        <a:lstStyle/>
        <a:p>
          <a:r>
            <a:rPr lang="en-US" b="1" i="0" baseline="0"/>
            <a:t>Age Group</a:t>
          </a:r>
          <a:endParaRPr lang="en-US" b="1"/>
        </a:p>
      </dgm:t>
    </dgm:pt>
    <dgm:pt modelId="{889C6ED8-65C6-4AA1-8647-53F316F1F622}" type="parTrans" cxnId="{94502D4F-68C2-4F9B-B4A9-8E81B4BF1A12}">
      <dgm:prSet/>
      <dgm:spPr/>
      <dgm:t>
        <a:bodyPr/>
        <a:lstStyle/>
        <a:p>
          <a:endParaRPr lang="en-US" b="1"/>
        </a:p>
      </dgm:t>
    </dgm:pt>
    <dgm:pt modelId="{D0821A11-7C7C-46C5-B601-03DBCC62EF5A}" type="sibTrans" cxnId="{94502D4F-68C2-4F9B-B4A9-8E81B4BF1A12}">
      <dgm:prSet/>
      <dgm:spPr/>
      <dgm:t>
        <a:bodyPr/>
        <a:lstStyle/>
        <a:p>
          <a:endParaRPr lang="en-US" b="1"/>
        </a:p>
      </dgm:t>
    </dgm:pt>
    <dgm:pt modelId="{1A58525C-07DE-4E10-BD06-C66B9A0505EB}">
      <dgm:prSet/>
      <dgm:spPr/>
      <dgm:t>
        <a:bodyPr/>
        <a:lstStyle/>
        <a:p>
          <a:r>
            <a:rPr lang="en-US" b="1" i="0" baseline="0"/>
            <a:t>Algorithm generates personalized plan</a:t>
          </a:r>
          <a:endParaRPr lang="en-US" b="1"/>
        </a:p>
      </dgm:t>
    </dgm:pt>
    <dgm:pt modelId="{2F3C5B38-89D9-40C3-BF34-5408A5511C64}" type="parTrans" cxnId="{DD0449B0-2AA5-4A1E-9059-3F311666F5C3}">
      <dgm:prSet/>
      <dgm:spPr/>
      <dgm:t>
        <a:bodyPr/>
        <a:lstStyle/>
        <a:p>
          <a:endParaRPr lang="en-US" b="1"/>
        </a:p>
      </dgm:t>
    </dgm:pt>
    <dgm:pt modelId="{F90BD969-96C6-4651-9D35-29F77BE4CE42}" type="sibTrans" cxnId="{DD0449B0-2AA5-4A1E-9059-3F311666F5C3}">
      <dgm:prSet/>
      <dgm:spPr/>
      <dgm:t>
        <a:bodyPr/>
        <a:lstStyle/>
        <a:p>
          <a:endParaRPr lang="en-US" b="1"/>
        </a:p>
      </dgm:t>
    </dgm:pt>
    <dgm:pt modelId="{97A46A48-1E60-4DEA-AA3F-9D5CDD7EEF2A}" type="pres">
      <dgm:prSet presAssocID="{A7519DA3-93DF-4528-A395-99042ECFE3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32BFD5-1C74-4D63-91E5-295D74CE57A2}" type="pres">
      <dgm:prSet presAssocID="{9C75CE6B-9A1E-40E1-B3F4-1A2DC6BBCF74}" presName="hierRoot1" presStyleCnt="0"/>
      <dgm:spPr/>
    </dgm:pt>
    <dgm:pt modelId="{344506A6-BE94-494C-97ED-E12E06DD7702}" type="pres">
      <dgm:prSet presAssocID="{9C75CE6B-9A1E-40E1-B3F4-1A2DC6BBCF74}" presName="composite" presStyleCnt="0"/>
      <dgm:spPr/>
    </dgm:pt>
    <dgm:pt modelId="{DE479579-FAA9-4430-8716-932E999356B7}" type="pres">
      <dgm:prSet presAssocID="{9C75CE6B-9A1E-40E1-B3F4-1A2DC6BBCF74}" presName="background" presStyleLbl="node0" presStyleIdx="0" presStyleCnt="4"/>
      <dgm:spPr/>
    </dgm:pt>
    <dgm:pt modelId="{639D99A3-CE1B-408B-8676-4F678C068659}" type="pres">
      <dgm:prSet presAssocID="{9C75CE6B-9A1E-40E1-B3F4-1A2DC6BBCF74}" presName="text" presStyleLbl="fgAcc0" presStyleIdx="0" presStyleCnt="4">
        <dgm:presLayoutVars>
          <dgm:chPref val="3"/>
        </dgm:presLayoutVars>
      </dgm:prSet>
      <dgm:spPr/>
    </dgm:pt>
    <dgm:pt modelId="{2366C333-735F-4BDC-98F1-99A526EB40EF}" type="pres">
      <dgm:prSet presAssocID="{9C75CE6B-9A1E-40E1-B3F4-1A2DC6BBCF74}" presName="hierChild2" presStyleCnt="0"/>
      <dgm:spPr/>
    </dgm:pt>
    <dgm:pt modelId="{83FDE94D-6D61-43C9-A328-C34384361C04}" type="pres">
      <dgm:prSet presAssocID="{323F0A9A-25DC-4DD1-94F2-2C5EAA105184}" presName="hierRoot1" presStyleCnt="0"/>
      <dgm:spPr/>
    </dgm:pt>
    <dgm:pt modelId="{9D11DCCF-82DA-4D34-A629-E0972F18E703}" type="pres">
      <dgm:prSet presAssocID="{323F0A9A-25DC-4DD1-94F2-2C5EAA105184}" presName="composite" presStyleCnt="0"/>
      <dgm:spPr/>
    </dgm:pt>
    <dgm:pt modelId="{64B8E380-6FAA-43A2-8AA4-7ADCBD5F8AA3}" type="pres">
      <dgm:prSet presAssocID="{323F0A9A-25DC-4DD1-94F2-2C5EAA105184}" presName="background" presStyleLbl="node0" presStyleIdx="1" presStyleCnt="4"/>
      <dgm:spPr/>
    </dgm:pt>
    <dgm:pt modelId="{18297553-05C1-4B07-A5F2-426306BC94F0}" type="pres">
      <dgm:prSet presAssocID="{323F0A9A-25DC-4DD1-94F2-2C5EAA105184}" presName="text" presStyleLbl="fgAcc0" presStyleIdx="1" presStyleCnt="4">
        <dgm:presLayoutVars>
          <dgm:chPref val="3"/>
        </dgm:presLayoutVars>
      </dgm:prSet>
      <dgm:spPr/>
    </dgm:pt>
    <dgm:pt modelId="{8696993A-A2FD-4BEA-8B08-6CC3A345939B}" type="pres">
      <dgm:prSet presAssocID="{323F0A9A-25DC-4DD1-94F2-2C5EAA105184}" presName="hierChild2" presStyleCnt="0"/>
      <dgm:spPr/>
    </dgm:pt>
    <dgm:pt modelId="{86834779-FEAF-49B7-B164-0A3736DF6269}" type="pres">
      <dgm:prSet presAssocID="{01880133-F336-4121-9406-E9718B52A568}" presName="hierRoot1" presStyleCnt="0"/>
      <dgm:spPr/>
    </dgm:pt>
    <dgm:pt modelId="{1E80FB31-F4C9-4E9B-A55A-BCE1869632CC}" type="pres">
      <dgm:prSet presAssocID="{01880133-F336-4121-9406-E9718B52A568}" presName="composite" presStyleCnt="0"/>
      <dgm:spPr/>
    </dgm:pt>
    <dgm:pt modelId="{DA5D25A7-2735-451E-84CC-E3D17D7E7C58}" type="pres">
      <dgm:prSet presAssocID="{01880133-F336-4121-9406-E9718B52A568}" presName="background" presStyleLbl="node0" presStyleIdx="2" presStyleCnt="4"/>
      <dgm:spPr/>
    </dgm:pt>
    <dgm:pt modelId="{D6BFB25B-8A99-4148-9752-523F44A06230}" type="pres">
      <dgm:prSet presAssocID="{01880133-F336-4121-9406-E9718B52A568}" presName="text" presStyleLbl="fgAcc0" presStyleIdx="2" presStyleCnt="4">
        <dgm:presLayoutVars>
          <dgm:chPref val="3"/>
        </dgm:presLayoutVars>
      </dgm:prSet>
      <dgm:spPr/>
    </dgm:pt>
    <dgm:pt modelId="{2469E394-0BD5-4252-9BD3-B34BAFD525FD}" type="pres">
      <dgm:prSet presAssocID="{01880133-F336-4121-9406-E9718B52A568}" presName="hierChild2" presStyleCnt="0"/>
      <dgm:spPr/>
    </dgm:pt>
    <dgm:pt modelId="{27ACE84A-D1A2-44A7-9E35-234CD3529664}" type="pres">
      <dgm:prSet presAssocID="{1A58525C-07DE-4E10-BD06-C66B9A0505EB}" presName="hierRoot1" presStyleCnt="0"/>
      <dgm:spPr/>
    </dgm:pt>
    <dgm:pt modelId="{A9F23079-D48A-4AA2-A532-4FC81D65736C}" type="pres">
      <dgm:prSet presAssocID="{1A58525C-07DE-4E10-BD06-C66B9A0505EB}" presName="composite" presStyleCnt="0"/>
      <dgm:spPr/>
    </dgm:pt>
    <dgm:pt modelId="{8FC9113E-F10F-4A62-9CED-9B1E367D7D6C}" type="pres">
      <dgm:prSet presAssocID="{1A58525C-07DE-4E10-BD06-C66B9A0505EB}" presName="background" presStyleLbl="node0" presStyleIdx="3" presStyleCnt="4"/>
      <dgm:spPr/>
    </dgm:pt>
    <dgm:pt modelId="{97F465BB-5E5D-4004-BD4C-9155ED6C8F19}" type="pres">
      <dgm:prSet presAssocID="{1A58525C-07DE-4E10-BD06-C66B9A0505EB}" presName="text" presStyleLbl="fgAcc0" presStyleIdx="3" presStyleCnt="4">
        <dgm:presLayoutVars>
          <dgm:chPref val="3"/>
        </dgm:presLayoutVars>
      </dgm:prSet>
      <dgm:spPr/>
    </dgm:pt>
    <dgm:pt modelId="{9ACE551E-B2C8-4B9E-B6B9-15592E57E29D}" type="pres">
      <dgm:prSet presAssocID="{1A58525C-07DE-4E10-BD06-C66B9A0505EB}" presName="hierChild2" presStyleCnt="0"/>
      <dgm:spPr/>
    </dgm:pt>
  </dgm:ptLst>
  <dgm:cxnLst>
    <dgm:cxn modelId="{B1846820-7A01-4B01-BB8A-5270CF329472}" type="presOf" srcId="{01880133-F336-4121-9406-E9718B52A568}" destId="{D6BFB25B-8A99-4148-9752-523F44A06230}" srcOrd="0" destOrd="0" presId="urn:microsoft.com/office/officeart/2005/8/layout/hierarchy1"/>
    <dgm:cxn modelId="{46A28B6B-68EE-49CE-9C20-E87DE294D4B2}" type="presOf" srcId="{1A58525C-07DE-4E10-BD06-C66B9A0505EB}" destId="{97F465BB-5E5D-4004-BD4C-9155ED6C8F19}" srcOrd="0" destOrd="0" presId="urn:microsoft.com/office/officeart/2005/8/layout/hierarchy1"/>
    <dgm:cxn modelId="{94502D4F-68C2-4F9B-B4A9-8E81B4BF1A12}" srcId="{A7519DA3-93DF-4528-A395-99042ECFE381}" destId="{01880133-F336-4121-9406-E9718B52A568}" srcOrd="2" destOrd="0" parTransId="{889C6ED8-65C6-4AA1-8647-53F316F1F622}" sibTransId="{D0821A11-7C7C-46C5-B601-03DBCC62EF5A}"/>
    <dgm:cxn modelId="{2B137257-BF6D-4A4C-87AA-BF4EF5BDEFEA}" type="presOf" srcId="{9C75CE6B-9A1E-40E1-B3F4-1A2DC6BBCF74}" destId="{639D99A3-CE1B-408B-8676-4F678C068659}" srcOrd="0" destOrd="0" presId="urn:microsoft.com/office/officeart/2005/8/layout/hierarchy1"/>
    <dgm:cxn modelId="{61069C91-69A6-422C-9F5E-4C64802B7804}" type="presOf" srcId="{A7519DA3-93DF-4528-A395-99042ECFE381}" destId="{97A46A48-1E60-4DEA-AA3F-9D5CDD7EEF2A}" srcOrd="0" destOrd="0" presId="urn:microsoft.com/office/officeart/2005/8/layout/hierarchy1"/>
    <dgm:cxn modelId="{DD0449B0-2AA5-4A1E-9059-3F311666F5C3}" srcId="{A7519DA3-93DF-4528-A395-99042ECFE381}" destId="{1A58525C-07DE-4E10-BD06-C66B9A0505EB}" srcOrd="3" destOrd="0" parTransId="{2F3C5B38-89D9-40C3-BF34-5408A5511C64}" sibTransId="{F90BD969-96C6-4651-9D35-29F77BE4CE42}"/>
    <dgm:cxn modelId="{278FB5B6-8FED-4734-B2B8-60E12C1F0AAC}" srcId="{A7519DA3-93DF-4528-A395-99042ECFE381}" destId="{323F0A9A-25DC-4DD1-94F2-2C5EAA105184}" srcOrd="1" destOrd="0" parTransId="{4BD08325-BDF7-44A7-ACBA-DA58E569E42C}" sibTransId="{D1DBC98A-B260-4593-83B1-469B479D6840}"/>
    <dgm:cxn modelId="{DBBFD7B8-EB6D-4250-82FE-37094447EE17}" type="presOf" srcId="{323F0A9A-25DC-4DD1-94F2-2C5EAA105184}" destId="{18297553-05C1-4B07-A5F2-426306BC94F0}" srcOrd="0" destOrd="0" presId="urn:microsoft.com/office/officeart/2005/8/layout/hierarchy1"/>
    <dgm:cxn modelId="{F777CCB9-4EDE-42AE-83F1-465EF9A0D364}" srcId="{A7519DA3-93DF-4528-A395-99042ECFE381}" destId="{9C75CE6B-9A1E-40E1-B3F4-1A2DC6BBCF74}" srcOrd="0" destOrd="0" parTransId="{A19D9E30-B58C-4B93-B06D-8E09715264FE}" sibTransId="{7C9AD0CB-F8DD-44A9-90B6-6DBE6B0676C2}"/>
    <dgm:cxn modelId="{095B09D1-DB90-4C2C-8DA8-FF1160E0DC65}" type="presParOf" srcId="{97A46A48-1E60-4DEA-AA3F-9D5CDD7EEF2A}" destId="{2B32BFD5-1C74-4D63-91E5-295D74CE57A2}" srcOrd="0" destOrd="0" presId="urn:microsoft.com/office/officeart/2005/8/layout/hierarchy1"/>
    <dgm:cxn modelId="{D2D27682-B3A8-4AFB-B18C-3B4CEACDB296}" type="presParOf" srcId="{2B32BFD5-1C74-4D63-91E5-295D74CE57A2}" destId="{344506A6-BE94-494C-97ED-E12E06DD7702}" srcOrd="0" destOrd="0" presId="urn:microsoft.com/office/officeart/2005/8/layout/hierarchy1"/>
    <dgm:cxn modelId="{D63FE672-7B07-4FC0-9576-18779A3109A5}" type="presParOf" srcId="{344506A6-BE94-494C-97ED-E12E06DD7702}" destId="{DE479579-FAA9-4430-8716-932E999356B7}" srcOrd="0" destOrd="0" presId="urn:microsoft.com/office/officeart/2005/8/layout/hierarchy1"/>
    <dgm:cxn modelId="{DA40BE44-AA3A-4EDD-8E74-6758819254C1}" type="presParOf" srcId="{344506A6-BE94-494C-97ED-E12E06DD7702}" destId="{639D99A3-CE1B-408B-8676-4F678C068659}" srcOrd="1" destOrd="0" presId="urn:microsoft.com/office/officeart/2005/8/layout/hierarchy1"/>
    <dgm:cxn modelId="{41D04F56-3BA7-4EE9-81D8-7979A784EDC2}" type="presParOf" srcId="{2B32BFD5-1C74-4D63-91E5-295D74CE57A2}" destId="{2366C333-735F-4BDC-98F1-99A526EB40EF}" srcOrd="1" destOrd="0" presId="urn:microsoft.com/office/officeart/2005/8/layout/hierarchy1"/>
    <dgm:cxn modelId="{832CCE88-8A3A-412E-A4A0-FB18C8317264}" type="presParOf" srcId="{97A46A48-1E60-4DEA-AA3F-9D5CDD7EEF2A}" destId="{83FDE94D-6D61-43C9-A328-C34384361C04}" srcOrd="1" destOrd="0" presId="urn:microsoft.com/office/officeart/2005/8/layout/hierarchy1"/>
    <dgm:cxn modelId="{4F405B11-A09D-455B-A0E2-29DEC231BDBB}" type="presParOf" srcId="{83FDE94D-6D61-43C9-A328-C34384361C04}" destId="{9D11DCCF-82DA-4D34-A629-E0972F18E703}" srcOrd="0" destOrd="0" presId="urn:microsoft.com/office/officeart/2005/8/layout/hierarchy1"/>
    <dgm:cxn modelId="{444ED23D-A0D9-4E17-9383-F5ED7BE59366}" type="presParOf" srcId="{9D11DCCF-82DA-4D34-A629-E0972F18E703}" destId="{64B8E380-6FAA-43A2-8AA4-7ADCBD5F8AA3}" srcOrd="0" destOrd="0" presId="urn:microsoft.com/office/officeart/2005/8/layout/hierarchy1"/>
    <dgm:cxn modelId="{D35C7FE8-16E8-408B-A1FC-51E629D36091}" type="presParOf" srcId="{9D11DCCF-82DA-4D34-A629-E0972F18E703}" destId="{18297553-05C1-4B07-A5F2-426306BC94F0}" srcOrd="1" destOrd="0" presId="urn:microsoft.com/office/officeart/2005/8/layout/hierarchy1"/>
    <dgm:cxn modelId="{EF314778-03C1-4CC0-BC40-4A0D73E21A6E}" type="presParOf" srcId="{83FDE94D-6D61-43C9-A328-C34384361C04}" destId="{8696993A-A2FD-4BEA-8B08-6CC3A345939B}" srcOrd="1" destOrd="0" presId="urn:microsoft.com/office/officeart/2005/8/layout/hierarchy1"/>
    <dgm:cxn modelId="{802BD50B-BABA-4068-A2AD-6B679B142F50}" type="presParOf" srcId="{97A46A48-1E60-4DEA-AA3F-9D5CDD7EEF2A}" destId="{86834779-FEAF-49B7-B164-0A3736DF6269}" srcOrd="2" destOrd="0" presId="urn:microsoft.com/office/officeart/2005/8/layout/hierarchy1"/>
    <dgm:cxn modelId="{FFE6BB2F-A81A-4198-AB99-42BB5CE22BCB}" type="presParOf" srcId="{86834779-FEAF-49B7-B164-0A3736DF6269}" destId="{1E80FB31-F4C9-4E9B-A55A-BCE1869632CC}" srcOrd="0" destOrd="0" presId="urn:microsoft.com/office/officeart/2005/8/layout/hierarchy1"/>
    <dgm:cxn modelId="{319AAF89-4856-4A68-8748-EB723EF4C35E}" type="presParOf" srcId="{1E80FB31-F4C9-4E9B-A55A-BCE1869632CC}" destId="{DA5D25A7-2735-451E-84CC-E3D17D7E7C58}" srcOrd="0" destOrd="0" presId="urn:microsoft.com/office/officeart/2005/8/layout/hierarchy1"/>
    <dgm:cxn modelId="{BC7E5A8F-11ED-4926-9393-9FF636AE36DE}" type="presParOf" srcId="{1E80FB31-F4C9-4E9B-A55A-BCE1869632CC}" destId="{D6BFB25B-8A99-4148-9752-523F44A06230}" srcOrd="1" destOrd="0" presId="urn:microsoft.com/office/officeart/2005/8/layout/hierarchy1"/>
    <dgm:cxn modelId="{89EB19F5-E80A-4FF0-96CE-DEB4CFF759AF}" type="presParOf" srcId="{86834779-FEAF-49B7-B164-0A3736DF6269}" destId="{2469E394-0BD5-4252-9BD3-B34BAFD525FD}" srcOrd="1" destOrd="0" presId="urn:microsoft.com/office/officeart/2005/8/layout/hierarchy1"/>
    <dgm:cxn modelId="{DA5BC374-8F0A-43C2-BB5E-D4106C0AAABD}" type="presParOf" srcId="{97A46A48-1E60-4DEA-AA3F-9D5CDD7EEF2A}" destId="{27ACE84A-D1A2-44A7-9E35-234CD3529664}" srcOrd="3" destOrd="0" presId="urn:microsoft.com/office/officeart/2005/8/layout/hierarchy1"/>
    <dgm:cxn modelId="{BC9903AD-02F5-4CC9-A382-7BF2E3D6CB67}" type="presParOf" srcId="{27ACE84A-D1A2-44A7-9E35-234CD3529664}" destId="{A9F23079-D48A-4AA2-A532-4FC81D65736C}" srcOrd="0" destOrd="0" presId="urn:microsoft.com/office/officeart/2005/8/layout/hierarchy1"/>
    <dgm:cxn modelId="{31709746-4BE8-4089-953B-0350C6AF6D24}" type="presParOf" srcId="{A9F23079-D48A-4AA2-A532-4FC81D65736C}" destId="{8FC9113E-F10F-4A62-9CED-9B1E367D7D6C}" srcOrd="0" destOrd="0" presId="urn:microsoft.com/office/officeart/2005/8/layout/hierarchy1"/>
    <dgm:cxn modelId="{A3B46D7D-6FB8-491A-8847-D60FFC8D95CE}" type="presParOf" srcId="{A9F23079-D48A-4AA2-A532-4FC81D65736C}" destId="{97F465BB-5E5D-4004-BD4C-9155ED6C8F19}" srcOrd="1" destOrd="0" presId="urn:microsoft.com/office/officeart/2005/8/layout/hierarchy1"/>
    <dgm:cxn modelId="{B44D2469-F23E-4885-84FE-5D16EBD2A0C3}" type="presParOf" srcId="{27ACE84A-D1A2-44A7-9E35-234CD3529664}" destId="{9ACE551E-B2C8-4B9E-B6B9-15592E57E29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69010C4-62BA-4CAE-AC09-2D2FF5C709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8764962-DFCC-431E-B0A3-CEC793440A0F}">
      <dgm:prSet/>
      <dgm:spPr/>
      <dgm:t>
        <a:bodyPr/>
        <a:lstStyle/>
        <a:p>
          <a:r>
            <a:rPr lang="en-US" b="1" i="0" baseline="0" dirty="0"/>
            <a:t>Ask anything </a:t>
          </a:r>
          <a:r>
            <a:rPr lang="en-US" b="1" i="0" baseline="0" dirty="0">
              <a:sym typeface="Wingdings" panose="05000000000000000000" pitchFamily="2" charset="2"/>
            </a:rPr>
            <a:t></a:t>
          </a:r>
          <a:r>
            <a:rPr lang="en-US" b="1" i="0" baseline="0" dirty="0"/>
            <a:t> AI replies</a:t>
          </a:r>
          <a:endParaRPr lang="en-US" b="1" dirty="0"/>
        </a:p>
      </dgm:t>
    </dgm:pt>
    <dgm:pt modelId="{E67FA0AD-63C9-4748-AC90-72D30E62F39C}" type="parTrans" cxnId="{F102580F-F9BC-4E3F-B341-82AF5F3DD513}">
      <dgm:prSet/>
      <dgm:spPr/>
      <dgm:t>
        <a:bodyPr/>
        <a:lstStyle/>
        <a:p>
          <a:endParaRPr lang="en-US" b="1"/>
        </a:p>
      </dgm:t>
    </dgm:pt>
    <dgm:pt modelId="{AAEA3DEE-9A9A-4470-B81A-AC8DDD61D6C5}" type="sibTrans" cxnId="{F102580F-F9BC-4E3F-B341-82AF5F3DD513}">
      <dgm:prSet/>
      <dgm:spPr/>
      <dgm:t>
        <a:bodyPr/>
        <a:lstStyle/>
        <a:p>
          <a:endParaRPr lang="en-US" b="1"/>
        </a:p>
      </dgm:t>
    </dgm:pt>
    <dgm:pt modelId="{06C5CEEF-15EB-4ABC-B14C-ED624780BAF2}">
      <dgm:prSet/>
      <dgm:spPr/>
      <dgm:t>
        <a:bodyPr/>
        <a:lstStyle/>
        <a:p>
          <a:r>
            <a:rPr lang="en-US" b="1" i="0" baseline="0" dirty="0"/>
            <a:t>Upload health report (.docx, .pdf) </a:t>
          </a:r>
          <a:r>
            <a:rPr lang="en-US" b="1" i="0" baseline="0" dirty="0">
              <a:sym typeface="Wingdings" panose="05000000000000000000" pitchFamily="2" charset="2"/>
            </a:rPr>
            <a:t></a:t>
          </a:r>
          <a:r>
            <a:rPr lang="en-US" b="1" i="0" baseline="0" dirty="0"/>
            <a:t> summarization + advice</a:t>
          </a:r>
          <a:endParaRPr lang="en-US" b="1" dirty="0"/>
        </a:p>
      </dgm:t>
    </dgm:pt>
    <dgm:pt modelId="{6006D528-960B-4CB3-B254-BAE0744A0143}" type="parTrans" cxnId="{E3572066-E53A-44A0-B733-7C0CD5478DE4}">
      <dgm:prSet/>
      <dgm:spPr/>
      <dgm:t>
        <a:bodyPr/>
        <a:lstStyle/>
        <a:p>
          <a:endParaRPr lang="en-US" b="1"/>
        </a:p>
      </dgm:t>
    </dgm:pt>
    <dgm:pt modelId="{A71D2BCE-FF56-4262-B0FA-049D79483434}" type="sibTrans" cxnId="{E3572066-E53A-44A0-B733-7C0CD5478DE4}">
      <dgm:prSet/>
      <dgm:spPr/>
      <dgm:t>
        <a:bodyPr/>
        <a:lstStyle/>
        <a:p>
          <a:endParaRPr lang="en-US" b="1"/>
        </a:p>
      </dgm:t>
    </dgm:pt>
    <dgm:pt modelId="{DDB9C1CC-5999-4C76-87E4-026C0F827CC9}">
      <dgm:prSet/>
      <dgm:spPr/>
      <dgm:t>
        <a:bodyPr/>
        <a:lstStyle/>
        <a:p>
          <a:r>
            <a:rPr lang="en-US" b="1" i="0" baseline="0"/>
            <a:t>Non-medical guidance only</a:t>
          </a:r>
          <a:endParaRPr lang="en-US" b="1"/>
        </a:p>
      </dgm:t>
    </dgm:pt>
    <dgm:pt modelId="{4825E121-4D6B-4953-A69E-9DD8BFE9B492}" type="parTrans" cxnId="{33B459C0-1F22-4928-A177-53B770DA063A}">
      <dgm:prSet/>
      <dgm:spPr/>
      <dgm:t>
        <a:bodyPr/>
        <a:lstStyle/>
        <a:p>
          <a:endParaRPr lang="en-US" b="1"/>
        </a:p>
      </dgm:t>
    </dgm:pt>
    <dgm:pt modelId="{B7576932-E26E-470D-BB52-F8645A2E1F80}" type="sibTrans" cxnId="{33B459C0-1F22-4928-A177-53B770DA063A}">
      <dgm:prSet/>
      <dgm:spPr/>
      <dgm:t>
        <a:bodyPr/>
        <a:lstStyle/>
        <a:p>
          <a:endParaRPr lang="en-US" b="1"/>
        </a:p>
      </dgm:t>
    </dgm:pt>
    <dgm:pt modelId="{23221C45-4963-40F6-962D-B4804598159A}" type="pres">
      <dgm:prSet presAssocID="{469010C4-62BA-4CAE-AC09-2D2FF5C7099C}" presName="root" presStyleCnt="0">
        <dgm:presLayoutVars>
          <dgm:dir/>
          <dgm:resizeHandles val="exact"/>
        </dgm:presLayoutVars>
      </dgm:prSet>
      <dgm:spPr/>
    </dgm:pt>
    <dgm:pt modelId="{F59547A5-7954-477F-A192-71918894C470}" type="pres">
      <dgm:prSet presAssocID="{58764962-DFCC-431E-B0A3-CEC793440A0F}" presName="compNode" presStyleCnt="0"/>
      <dgm:spPr/>
    </dgm:pt>
    <dgm:pt modelId="{078CF2F5-0F1D-45B5-B74B-5FA240AB5D40}" type="pres">
      <dgm:prSet presAssocID="{58764962-DFCC-431E-B0A3-CEC793440A0F}" presName="bgRect" presStyleLbl="bgShp" presStyleIdx="0" presStyleCnt="3"/>
      <dgm:spPr/>
    </dgm:pt>
    <dgm:pt modelId="{95AB1D85-0E29-4814-9DF6-67C6DC3595A9}" type="pres">
      <dgm:prSet presAssocID="{58764962-DFCC-431E-B0A3-CEC793440A0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691B0DC-57B8-49EF-B566-90B5FAA84E71}" type="pres">
      <dgm:prSet presAssocID="{58764962-DFCC-431E-B0A3-CEC793440A0F}" presName="spaceRect" presStyleCnt="0"/>
      <dgm:spPr/>
    </dgm:pt>
    <dgm:pt modelId="{774BD4CB-3A80-4C05-B5DE-EE107EC443EA}" type="pres">
      <dgm:prSet presAssocID="{58764962-DFCC-431E-B0A3-CEC793440A0F}" presName="parTx" presStyleLbl="revTx" presStyleIdx="0" presStyleCnt="3">
        <dgm:presLayoutVars>
          <dgm:chMax val="0"/>
          <dgm:chPref val="0"/>
        </dgm:presLayoutVars>
      </dgm:prSet>
      <dgm:spPr/>
    </dgm:pt>
    <dgm:pt modelId="{0688DA45-5A84-45C7-B780-653F87AF9F4A}" type="pres">
      <dgm:prSet presAssocID="{AAEA3DEE-9A9A-4470-B81A-AC8DDD61D6C5}" presName="sibTrans" presStyleCnt="0"/>
      <dgm:spPr/>
    </dgm:pt>
    <dgm:pt modelId="{9E15284E-A986-4C4A-9ED8-5A72074F19A9}" type="pres">
      <dgm:prSet presAssocID="{06C5CEEF-15EB-4ABC-B14C-ED624780BAF2}" presName="compNode" presStyleCnt="0"/>
      <dgm:spPr/>
    </dgm:pt>
    <dgm:pt modelId="{AD18F5DB-FFD4-4D21-822C-292130C8CE91}" type="pres">
      <dgm:prSet presAssocID="{06C5CEEF-15EB-4ABC-B14C-ED624780BAF2}" presName="bgRect" presStyleLbl="bgShp" presStyleIdx="1" presStyleCnt="3"/>
      <dgm:spPr/>
    </dgm:pt>
    <dgm:pt modelId="{AE33F7E3-B6FE-45A9-B53C-349BFF9F831F}" type="pres">
      <dgm:prSet presAssocID="{06C5CEEF-15EB-4ABC-B14C-ED624780BAF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FB3492BC-C5FD-4A2D-8866-6C4562CE3C62}" type="pres">
      <dgm:prSet presAssocID="{06C5CEEF-15EB-4ABC-B14C-ED624780BAF2}" presName="spaceRect" presStyleCnt="0"/>
      <dgm:spPr/>
    </dgm:pt>
    <dgm:pt modelId="{02B2BB27-D4AC-43A3-B7CD-E1187DFAAE0B}" type="pres">
      <dgm:prSet presAssocID="{06C5CEEF-15EB-4ABC-B14C-ED624780BAF2}" presName="parTx" presStyleLbl="revTx" presStyleIdx="1" presStyleCnt="3">
        <dgm:presLayoutVars>
          <dgm:chMax val="0"/>
          <dgm:chPref val="0"/>
        </dgm:presLayoutVars>
      </dgm:prSet>
      <dgm:spPr/>
    </dgm:pt>
    <dgm:pt modelId="{F5D8FC70-77B1-418D-AD4A-404C60C9F7E4}" type="pres">
      <dgm:prSet presAssocID="{A71D2BCE-FF56-4262-B0FA-049D79483434}" presName="sibTrans" presStyleCnt="0"/>
      <dgm:spPr/>
    </dgm:pt>
    <dgm:pt modelId="{B2253D41-33D4-4A6B-90CD-48B6C4456BD8}" type="pres">
      <dgm:prSet presAssocID="{DDB9C1CC-5999-4C76-87E4-026C0F827CC9}" presName="compNode" presStyleCnt="0"/>
      <dgm:spPr/>
    </dgm:pt>
    <dgm:pt modelId="{A245B6B4-8753-4192-86E8-2D5BC9A6205E}" type="pres">
      <dgm:prSet presAssocID="{DDB9C1CC-5999-4C76-87E4-026C0F827CC9}" presName="bgRect" presStyleLbl="bgShp" presStyleIdx="2" presStyleCnt="3"/>
      <dgm:spPr/>
    </dgm:pt>
    <dgm:pt modelId="{8E2DE0A9-A240-4228-B5AA-1B8F44D5CAFF}" type="pres">
      <dgm:prSet presAssocID="{DDB9C1CC-5999-4C76-87E4-026C0F827CC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3A9D619C-FD9D-425B-9B79-972A18F48A9B}" type="pres">
      <dgm:prSet presAssocID="{DDB9C1CC-5999-4C76-87E4-026C0F827CC9}" presName="spaceRect" presStyleCnt="0"/>
      <dgm:spPr/>
    </dgm:pt>
    <dgm:pt modelId="{A5CFAE5F-00BC-4ADA-9BD0-C628869F4C41}" type="pres">
      <dgm:prSet presAssocID="{DDB9C1CC-5999-4C76-87E4-026C0F827C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102580F-F9BC-4E3F-B341-82AF5F3DD513}" srcId="{469010C4-62BA-4CAE-AC09-2D2FF5C7099C}" destId="{58764962-DFCC-431E-B0A3-CEC793440A0F}" srcOrd="0" destOrd="0" parTransId="{E67FA0AD-63C9-4748-AC90-72D30E62F39C}" sibTransId="{AAEA3DEE-9A9A-4470-B81A-AC8DDD61D6C5}"/>
    <dgm:cxn modelId="{2AECAC14-1B86-4509-A175-8255ED918216}" type="presOf" srcId="{469010C4-62BA-4CAE-AC09-2D2FF5C7099C}" destId="{23221C45-4963-40F6-962D-B4804598159A}" srcOrd="0" destOrd="0" presId="urn:microsoft.com/office/officeart/2018/2/layout/IconVerticalSolidList"/>
    <dgm:cxn modelId="{10FCD43C-4E77-4B35-BA0C-F64DBCD3B077}" type="presOf" srcId="{06C5CEEF-15EB-4ABC-B14C-ED624780BAF2}" destId="{02B2BB27-D4AC-43A3-B7CD-E1187DFAAE0B}" srcOrd="0" destOrd="0" presId="urn:microsoft.com/office/officeart/2018/2/layout/IconVerticalSolidList"/>
    <dgm:cxn modelId="{E3572066-E53A-44A0-B733-7C0CD5478DE4}" srcId="{469010C4-62BA-4CAE-AC09-2D2FF5C7099C}" destId="{06C5CEEF-15EB-4ABC-B14C-ED624780BAF2}" srcOrd="1" destOrd="0" parTransId="{6006D528-960B-4CB3-B254-BAE0744A0143}" sibTransId="{A71D2BCE-FF56-4262-B0FA-049D79483434}"/>
    <dgm:cxn modelId="{F3DBCFAC-0DFD-4EBE-8E7D-E86E0A35B8FC}" type="presOf" srcId="{58764962-DFCC-431E-B0A3-CEC793440A0F}" destId="{774BD4CB-3A80-4C05-B5DE-EE107EC443EA}" srcOrd="0" destOrd="0" presId="urn:microsoft.com/office/officeart/2018/2/layout/IconVerticalSolidList"/>
    <dgm:cxn modelId="{B626B5AD-3B73-47BF-9D1F-DF04AF606FEE}" type="presOf" srcId="{DDB9C1CC-5999-4C76-87E4-026C0F827CC9}" destId="{A5CFAE5F-00BC-4ADA-9BD0-C628869F4C41}" srcOrd="0" destOrd="0" presId="urn:microsoft.com/office/officeart/2018/2/layout/IconVerticalSolidList"/>
    <dgm:cxn modelId="{33B459C0-1F22-4928-A177-53B770DA063A}" srcId="{469010C4-62BA-4CAE-AC09-2D2FF5C7099C}" destId="{DDB9C1CC-5999-4C76-87E4-026C0F827CC9}" srcOrd="2" destOrd="0" parTransId="{4825E121-4D6B-4953-A69E-9DD8BFE9B492}" sibTransId="{B7576932-E26E-470D-BB52-F8645A2E1F80}"/>
    <dgm:cxn modelId="{F3BC49DE-A18E-4D1A-85F9-F6AFAC616727}" type="presParOf" srcId="{23221C45-4963-40F6-962D-B4804598159A}" destId="{F59547A5-7954-477F-A192-71918894C470}" srcOrd="0" destOrd="0" presId="urn:microsoft.com/office/officeart/2018/2/layout/IconVerticalSolidList"/>
    <dgm:cxn modelId="{535E12BC-208B-47EB-959E-EC63A9A6F1A9}" type="presParOf" srcId="{F59547A5-7954-477F-A192-71918894C470}" destId="{078CF2F5-0F1D-45B5-B74B-5FA240AB5D40}" srcOrd="0" destOrd="0" presId="urn:microsoft.com/office/officeart/2018/2/layout/IconVerticalSolidList"/>
    <dgm:cxn modelId="{6AC44943-D895-4F14-84ED-296ABB1D0F72}" type="presParOf" srcId="{F59547A5-7954-477F-A192-71918894C470}" destId="{95AB1D85-0E29-4814-9DF6-67C6DC3595A9}" srcOrd="1" destOrd="0" presId="urn:microsoft.com/office/officeart/2018/2/layout/IconVerticalSolidList"/>
    <dgm:cxn modelId="{336F2756-B6AC-4A4F-9AAA-6A02E96C1658}" type="presParOf" srcId="{F59547A5-7954-477F-A192-71918894C470}" destId="{8691B0DC-57B8-49EF-B566-90B5FAA84E71}" srcOrd="2" destOrd="0" presId="urn:microsoft.com/office/officeart/2018/2/layout/IconVerticalSolidList"/>
    <dgm:cxn modelId="{0C744D3C-41DB-41CF-BB2B-9081106465BA}" type="presParOf" srcId="{F59547A5-7954-477F-A192-71918894C470}" destId="{774BD4CB-3A80-4C05-B5DE-EE107EC443EA}" srcOrd="3" destOrd="0" presId="urn:microsoft.com/office/officeart/2018/2/layout/IconVerticalSolidList"/>
    <dgm:cxn modelId="{62F5C55A-D912-4263-A6F6-71ACFE662922}" type="presParOf" srcId="{23221C45-4963-40F6-962D-B4804598159A}" destId="{0688DA45-5A84-45C7-B780-653F87AF9F4A}" srcOrd="1" destOrd="0" presId="urn:microsoft.com/office/officeart/2018/2/layout/IconVerticalSolidList"/>
    <dgm:cxn modelId="{8D6FB9B5-3E5A-4B4C-8821-E487B6B49869}" type="presParOf" srcId="{23221C45-4963-40F6-962D-B4804598159A}" destId="{9E15284E-A986-4C4A-9ED8-5A72074F19A9}" srcOrd="2" destOrd="0" presId="urn:microsoft.com/office/officeart/2018/2/layout/IconVerticalSolidList"/>
    <dgm:cxn modelId="{C4DA6E82-03DB-44A5-A7C4-6F1FEB9421DD}" type="presParOf" srcId="{9E15284E-A986-4C4A-9ED8-5A72074F19A9}" destId="{AD18F5DB-FFD4-4D21-822C-292130C8CE91}" srcOrd="0" destOrd="0" presId="urn:microsoft.com/office/officeart/2018/2/layout/IconVerticalSolidList"/>
    <dgm:cxn modelId="{FA61BDA2-71F3-477D-B4DB-932665BABBD8}" type="presParOf" srcId="{9E15284E-A986-4C4A-9ED8-5A72074F19A9}" destId="{AE33F7E3-B6FE-45A9-B53C-349BFF9F831F}" srcOrd="1" destOrd="0" presId="urn:microsoft.com/office/officeart/2018/2/layout/IconVerticalSolidList"/>
    <dgm:cxn modelId="{3C3005C2-F04B-4D57-BCF8-BBA2F83DA4EA}" type="presParOf" srcId="{9E15284E-A986-4C4A-9ED8-5A72074F19A9}" destId="{FB3492BC-C5FD-4A2D-8866-6C4562CE3C62}" srcOrd="2" destOrd="0" presId="urn:microsoft.com/office/officeart/2018/2/layout/IconVerticalSolidList"/>
    <dgm:cxn modelId="{166372C7-4022-48C8-877D-E7BC4403C5FA}" type="presParOf" srcId="{9E15284E-A986-4C4A-9ED8-5A72074F19A9}" destId="{02B2BB27-D4AC-43A3-B7CD-E1187DFAAE0B}" srcOrd="3" destOrd="0" presId="urn:microsoft.com/office/officeart/2018/2/layout/IconVerticalSolidList"/>
    <dgm:cxn modelId="{D340753B-377D-4443-9383-164D730998D8}" type="presParOf" srcId="{23221C45-4963-40F6-962D-B4804598159A}" destId="{F5D8FC70-77B1-418D-AD4A-404C60C9F7E4}" srcOrd="3" destOrd="0" presId="urn:microsoft.com/office/officeart/2018/2/layout/IconVerticalSolidList"/>
    <dgm:cxn modelId="{17B603DA-C9FE-4DD5-BD66-08994DDD3B01}" type="presParOf" srcId="{23221C45-4963-40F6-962D-B4804598159A}" destId="{B2253D41-33D4-4A6B-90CD-48B6C4456BD8}" srcOrd="4" destOrd="0" presId="urn:microsoft.com/office/officeart/2018/2/layout/IconVerticalSolidList"/>
    <dgm:cxn modelId="{093E4D56-7CE2-46D1-9D87-B90C0323CB83}" type="presParOf" srcId="{B2253D41-33D4-4A6B-90CD-48B6C4456BD8}" destId="{A245B6B4-8753-4192-86E8-2D5BC9A6205E}" srcOrd="0" destOrd="0" presId="urn:microsoft.com/office/officeart/2018/2/layout/IconVerticalSolidList"/>
    <dgm:cxn modelId="{1DB59ABC-8DC9-4540-B029-155E1ECB921D}" type="presParOf" srcId="{B2253D41-33D4-4A6B-90CD-48B6C4456BD8}" destId="{8E2DE0A9-A240-4228-B5AA-1B8F44D5CAFF}" srcOrd="1" destOrd="0" presId="urn:microsoft.com/office/officeart/2018/2/layout/IconVerticalSolidList"/>
    <dgm:cxn modelId="{0F374054-CF28-4E04-B1EC-664CB5F1AABE}" type="presParOf" srcId="{B2253D41-33D4-4A6B-90CD-48B6C4456BD8}" destId="{3A9D619C-FD9D-425B-9B79-972A18F48A9B}" srcOrd="2" destOrd="0" presId="urn:microsoft.com/office/officeart/2018/2/layout/IconVerticalSolidList"/>
    <dgm:cxn modelId="{C110FFEF-BB37-4776-896D-A30CFFCA17E6}" type="presParOf" srcId="{B2253D41-33D4-4A6B-90CD-48B6C4456BD8}" destId="{A5CFAE5F-00BC-4ADA-9BD0-C628869F4C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B472B78-8A4C-4ADE-A054-A8857A0652C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B09072-4BBE-4219-9545-FEF4DFE67538}">
      <dgm:prSet/>
      <dgm:spPr/>
      <dgm:t>
        <a:bodyPr/>
        <a:lstStyle/>
        <a:p>
          <a:r>
            <a:rPr lang="en-GB" b="1"/>
            <a:t>Frontend:</a:t>
          </a:r>
          <a:r>
            <a:rPr lang="en-GB"/>
            <a:t> React + Vite, Tailwind, Fetch AP</a:t>
          </a:r>
          <a:endParaRPr lang="en-US"/>
        </a:p>
      </dgm:t>
    </dgm:pt>
    <dgm:pt modelId="{10375049-F2CF-4E2C-B1A2-C39FEA76F341}" type="parTrans" cxnId="{E094C030-F757-4D59-9D84-7F530E31C438}">
      <dgm:prSet/>
      <dgm:spPr/>
      <dgm:t>
        <a:bodyPr/>
        <a:lstStyle/>
        <a:p>
          <a:endParaRPr lang="en-US"/>
        </a:p>
      </dgm:t>
    </dgm:pt>
    <dgm:pt modelId="{F72D08E3-5976-4E76-8CCD-F6E51D8B35F3}" type="sibTrans" cxnId="{E094C030-F757-4D59-9D84-7F530E31C438}">
      <dgm:prSet/>
      <dgm:spPr/>
      <dgm:t>
        <a:bodyPr/>
        <a:lstStyle/>
        <a:p>
          <a:endParaRPr lang="en-US"/>
        </a:p>
      </dgm:t>
    </dgm:pt>
    <dgm:pt modelId="{7499341B-AD20-40FE-93B4-9013B70DF7EF}">
      <dgm:prSet/>
      <dgm:spPr/>
      <dgm:t>
        <a:bodyPr/>
        <a:lstStyle/>
        <a:p>
          <a:r>
            <a:rPr lang="en-GB" b="1"/>
            <a:t>Backend:</a:t>
          </a:r>
          <a:r>
            <a:rPr lang="en-GB"/>
            <a:t> FastAPI, Python, Uvicor</a:t>
          </a:r>
          <a:endParaRPr lang="en-US"/>
        </a:p>
      </dgm:t>
    </dgm:pt>
    <dgm:pt modelId="{81292449-C107-4DE3-9AD2-B1DFBB8E97FE}" type="parTrans" cxnId="{7B8C744E-260C-42DC-B982-965A29F4BF91}">
      <dgm:prSet/>
      <dgm:spPr/>
      <dgm:t>
        <a:bodyPr/>
        <a:lstStyle/>
        <a:p>
          <a:endParaRPr lang="en-US"/>
        </a:p>
      </dgm:t>
    </dgm:pt>
    <dgm:pt modelId="{2992AC53-191E-48CD-96FD-651695C511D4}" type="sibTrans" cxnId="{7B8C744E-260C-42DC-B982-965A29F4BF91}">
      <dgm:prSet/>
      <dgm:spPr/>
      <dgm:t>
        <a:bodyPr/>
        <a:lstStyle/>
        <a:p>
          <a:endParaRPr lang="en-US"/>
        </a:p>
      </dgm:t>
    </dgm:pt>
    <dgm:pt modelId="{62FB5379-2A2A-4A5E-B7C3-2EC59B81F986}">
      <dgm:prSet/>
      <dgm:spPr/>
      <dgm:t>
        <a:bodyPr/>
        <a:lstStyle/>
        <a:p>
          <a:r>
            <a:rPr lang="en-GB" b="1"/>
            <a:t>AI:</a:t>
          </a:r>
          <a:r>
            <a:rPr lang="en-GB"/>
            <a:t> Open-source LLM APIs (e.g., HuggingFace free endpoint</a:t>
          </a:r>
          <a:endParaRPr lang="en-US"/>
        </a:p>
      </dgm:t>
    </dgm:pt>
    <dgm:pt modelId="{8AAA04EF-1AE8-4070-A890-DBA1AEE3FDFA}" type="parTrans" cxnId="{CE700CD6-5466-4BD4-ACD0-477C8CEAD472}">
      <dgm:prSet/>
      <dgm:spPr/>
      <dgm:t>
        <a:bodyPr/>
        <a:lstStyle/>
        <a:p>
          <a:endParaRPr lang="en-US"/>
        </a:p>
      </dgm:t>
    </dgm:pt>
    <dgm:pt modelId="{A0416CB7-441C-41A7-8584-834CD2BAF21A}" type="sibTrans" cxnId="{CE700CD6-5466-4BD4-ACD0-477C8CEAD472}">
      <dgm:prSet/>
      <dgm:spPr/>
      <dgm:t>
        <a:bodyPr/>
        <a:lstStyle/>
        <a:p>
          <a:endParaRPr lang="en-US"/>
        </a:p>
      </dgm:t>
    </dgm:pt>
    <dgm:pt modelId="{28363FA2-FAE8-4632-B743-A243C777176E}">
      <dgm:prSet/>
      <dgm:spPr/>
      <dgm:t>
        <a:bodyPr/>
        <a:lstStyle/>
        <a:p>
          <a:r>
            <a:rPr lang="en-GB" b="1"/>
            <a:t>Editor:</a:t>
          </a:r>
          <a:r>
            <a:rPr lang="en-GB"/>
            <a:t> VS Code</a:t>
          </a:r>
          <a:endParaRPr lang="en-US"/>
        </a:p>
      </dgm:t>
    </dgm:pt>
    <dgm:pt modelId="{8A2DA1FC-FC22-4890-9CFF-EC71CA3DF878}" type="parTrans" cxnId="{E34D02C3-D9C3-4791-95FD-96597CB34EAC}">
      <dgm:prSet/>
      <dgm:spPr/>
      <dgm:t>
        <a:bodyPr/>
        <a:lstStyle/>
        <a:p>
          <a:endParaRPr lang="en-US"/>
        </a:p>
      </dgm:t>
    </dgm:pt>
    <dgm:pt modelId="{AD2D9582-40BA-4402-A8AB-B39150F31391}" type="sibTrans" cxnId="{E34D02C3-D9C3-4791-95FD-96597CB34EAC}">
      <dgm:prSet/>
      <dgm:spPr/>
      <dgm:t>
        <a:bodyPr/>
        <a:lstStyle/>
        <a:p>
          <a:endParaRPr lang="en-US"/>
        </a:p>
      </dgm:t>
    </dgm:pt>
    <dgm:pt modelId="{34C0CE7A-7B1E-4F2A-B105-A1E2AE3A31FA}">
      <dgm:prSet/>
      <dgm:spPr/>
      <dgm:t>
        <a:bodyPr/>
        <a:lstStyle/>
        <a:p>
          <a:r>
            <a:rPr lang="en-GB" b="1"/>
            <a:t>Deployment:</a:t>
          </a:r>
          <a:endParaRPr lang="en-US"/>
        </a:p>
      </dgm:t>
    </dgm:pt>
    <dgm:pt modelId="{3EABFE9E-EDD2-4DBC-AFD8-2610AB8FF0D9}" type="parTrans" cxnId="{D2DBFCD4-FC24-442A-B59B-7688B6BF11D9}">
      <dgm:prSet/>
      <dgm:spPr/>
      <dgm:t>
        <a:bodyPr/>
        <a:lstStyle/>
        <a:p>
          <a:endParaRPr lang="en-US"/>
        </a:p>
      </dgm:t>
    </dgm:pt>
    <dgm:pt modelId="{64A2C901-293C-4FAE-A7CE-D14660D07408}" type="sibTrans" cxnId="{D2DBFCD4-FC24-442A-B59B-7688B6BF11D9}">
      <dgm:prSet/>
      <dgm:spPr/>
      <dgm:t>
        <a:bodyPr/>
        <a:lstStyle/>
        <a:p>
          <a:endParaRPr lang="en-US"/>
        </a:p>
      </dgm:t>
    </dgm:pt>
    <dgm:pt modelId="{E056BE22-93F1-4C55-B763-D921881378AD}">
      <dgm:prSet/>
      <dgm:spPr/>
      <dgm:t>
        <a:bodyPr/>
        <a:lstStyle/>
        <a:p>
          <a:r>
            <a:rPr lang="en-GB"/>
            <a:t>Vercel (Frontend)</a:t>
          </a:r>
          <a:endParaRPr lang="en-US"/>
        </a:p>
      </dgm:t>
    </dgm:pt>
    <dgm:pt modelId="{2951EF35-E993-4091-8A5C-06357C154CC5}" type="parTrans" cxnId="{4C6BE5B2-60EA-4D01-AECC-DF8AB9FC9850}">
      <dgm:prSet/>
      <dgm:spPr/>
      <dgm:t>
        <a:bodyPr/>
        <a:lstStyle/>
        <a:p>
          <a:endParaRPr lang="en-US"/>
        </a:p>
      </dgm:t>
    </dgm:pt>
    <dgm:pt modelId="{8AC6A97D-9001-474C-B751-C72732BE4E73}" type="sibTrans" cxnId="{4C6BE5B2-60EA-4D01-AECC-DF8AB9FC9850}">
      <dgm:prSet/>
      <dgm:spPr/>
      <dgm:t>
        <a:bodyPr/>
        <a:lstStyle/>
        <a:p>
          <a:endParaRPr lang="en-US"/>
        </a:p>
      </dgm:t>
    </dgm:pt>
    <dgm:pt modelId="{CCE01B7D-70EA-4ACB-837C-E1D96EDFB4DD}">
      <dgm:prSet/>
      <dgm:spPr/>
      <dgm:t>
        <a:bodyPr/>
        <a:lstStyle/>
        <a:p>
          <a:r>
            <a:rPr lang="en-GB"/>
            <a:t>Render (Backend)</a:t>
          </a:r>
          <a:endParaRPr lang="en-US"/>
        </a:p>
      </dgm:t>
    </dgm:pt>
    <dgm:pt modelId="{6C322C79-91C6-4EA1-AF7D-2D42A8E972C2}" type="parTrans" cxnId="{0E7D649D-7418-4067-B789-640BBEDA34F9}">
      <dgm:prSet/>
      <dgm:spPr/>
      <dgm:t>
        <a:bodyPr/>
        <a:lstStyle/>
        <a:p>
          <a:endParaRPr lang="en-US"/>
        </a:p>
      </dgm:t>
    </dgm:pt>
    <dgm:pt modelId="{579221D5-EE51-4041-99F3-124D4588A7D0}" type="sibTrans" cxnId="{0E7D649D-7418-4067-B789-640BBEDA34F9}">
      <dgm:prSet/>
      <dgm:spPr/>
      <dgm:t>
        <a:bodyPr/>
        <a:lstStyle/>
        <a:p>
          <a:endParaRPr lang="en-US"/>
        </a:p>
      </dgm:t>
    </dgm:pt>
    <dgm:pt modelId="{86EACAFE-1B1A-494D-B851-9B70D37BC520}" type="pres">
      <dgm:prSet presAssocID="{7B472B78-8A4C-4ADE-A054-A8857A0652C0}" presName="vert0" presStyleCnt="0">
        <dgm:presLayoutVars>
          <dgm:dir/>
          <dgm:animOne val="branch"/>
          <dgm:animLvl val="lvl"/>
        </dgm:presLayoutVars>
      </dgm:prSet>
      <dgm:spPr/>
    </dgm:pt>
    <dgm:pt modelId="{C9564623-C55F-40E9-B6E4-4A34F5C71568}" type="pres">
      <dgm:prSet presAssocID="{04B09072-4BBE-4219-9545-FEF4DFE67538}" presName="thickLine" presStyleLbl="alignNode1" presStyleIdx="0" presStyleCnt="7"/>
      <dgm:spPr/>
    </dgm:pt>
    <dgm:pt modelId="{628A7AAF-E3C2-425F-B259-3F50030FCC67}" type="pres">
      <dgm:prSet presAssocID="{04B09072-4BBE-4219-9545-FEF4DFE67538}" presName="horz1" presStyleCnt="0"/>
      <dgm:spPr/>
    </dgm:pt>
    <dgm:pt modelId="{9BE3A6FB-F796-400D-A2A6-11C6BCD8B68A}" type="pres">
      <dgm:prSet presAssocID="{04B09072-4BBE-4219-9545-FEF4DFE67538}" presName="tx1" presStyleLbl="revTx" presStyleIdx="0" presStyleCnt="7"/>
      <dgm:spPr/>
    </dgm:pt>
    <dgm:pt modelId="{E9386C4C-4814-4FCF-88CC-CB611F0685AA}" type="pres">
      <dgm:prSet presAssocID="{04B09072-4BBE-4219-9545-FEF4DFE67538}" presName="vert1" presStyleCnt="0"/>
      <dgm:spPr/>
    </dgm:pt>
    <dgm:pt modelId="{6FD2B75B-281A-4ECE-8496-A8F20482D67E}" type="pres">
      <dgm:prSet presAssocID="{7499341B-AD20-40FE-93B4-9013B70DF7EF}" presName="thickLine" presStyleLbl="alignNode1" presStyleIdx="1" presStyleCnt="7"/>
      <dgm:spPr/>
    </dgm:pt>
    <dgm:pt modelId="{39EEB873-3F54-452A-8D6A-49E934C1BAD4}" type="pres">
      <dgm:prSet presAssocID="{7499341B-AD20-40FE-93B4-9013B70DF7EF}" presName="horz1" presStyleCnt="0"/>
      <dgm:spPr/>
    </dgm:pt>
    <dgm:pt modelId="{EF4CE98E-57FA-4B59-B9CA-3040B4AD5AC8}" type="pres">
      <dgm:prSet presAssocID="{7499341B-AD20-40FE-93B4-9013B70DF7EF}" presName="tx1" presStyleLbl="revTx" presStyleIdx="1" presStyleCnt="7"/>
      <dgm:spPr/>
    </dgm:pt>
    <dgm:pt modelId="{7A1EBC18-A3A2-49D0-BC07-5B38BE8339CF}" type="pres">
      <dgm:prSet presAssocID="{7499341B-AD20-40FE-93B4-9013B70DF7EF}" presName="vert1" presStyleCnt="0"/>
      <dgm:spPr/>
    </dgm:pt>
    <dgm:pt modelId="{EA830C58-FE23-4546-910E-E79B2BF6AF6B}" type="pres">
      <dgm:prSet presAssocID="{62FB5379-2A2A-4A5E-B7C3-2EC59B81F986}" presName="thickLine" presStyleLbl="alignNode1" presStyleIdx="2" presStyleCnt="7"/>
      <dgm:spPr/>
    </dgm:pt>
    <dgm:pt modelId="{B0669BDB-2236-4618-B9B1-F5AA12CF3CE6}" type="pres">
      <dgm:prSet presAssocID="{62FB5379-2A2A-4A5E-B7C3-2EC59B81F986}" presName="horz1" presStyleCnt="0"/>
      <dgm:spPr/>
    </dgm:pt>
    <dgm:pt modelId="{62CA0406-8376-4E31-9667-8C64F7FA1BF7}" type="pres">
      <dgm:prSet presAssocID="{62FB5379-2A2A-4A5E-B7C3-2EC59B81F986}" presName="tx1" presStyleLbl="revTx" presStyleIdx="2" presStyleCnt="7"/>
      <dgm:spPr/>
    </dgm:pt>
    <dgm:pt modelId="{29454974-2EB7-4406-A5C3-6A18F6CEE9F9}" type="pres">
      <dgm:prSet presAssocID="{62FB5379-2A2A-4A5E-B7C3-2EC59B81F986}" presName="vert1" presStyleCnt="0"/>
      <dgm:spPr/>
    </dgm:pt>
    <dgm:pt modelId="{4380F354-5D0A-4913-87D8-2043FABE7500}" type="pres">
      <dgm:prSet presAssocID="{28363FA2-FAE8-4632-B743-A243C777176E}" presName="thickLine" presStyleLbl="alignNode1" presStyleIdx="3" presStyleCnt="7"/>
      <dgm:spPr/>
    </dgm:pt>
    <dgm:pt modelId="{8908B3C6-D6D3-4357-A500-1EE5DBB7C763}" type="pres">
      <dgm:prSet presAssocID="{28363FA2-FAE8-4632-B743-A243C777176E}" presName="horz1" presStyleCnt="0"/>
      <dgm:spPr/>
    </dgm:pt>
    <dgm:pt modelId="{73CF9CA7-C17F-44D4-99E7-5AD679F12EE3}" type="pres">
      <dgm:prSet presAssocID="{28363FA2-FAE8-4632-B743-A243C777176E}" presName="tx1" presStyleLbl="revTx" presStyleIdx="3" presStyleCnt="7"/>
      <dgm:spPr/>
    </dgm:pt>
    <dgm:pt modelId="{5A99F9AA-1F7C-4D46-BD83-4F834CE107D4}" type="pres">
      <dgm:prSet presAssocID="{28363FA2-FAE8-4632-B743-A243C777176E}" presName="vert1" presStyleCnt="0"/>
      <dgm:spPr/>
    </dgm:pt>
    <dgm:pt modelId="{7CE7138C-4BD3-44F8-B7BB-30E3F0A1A6BB}" type="pres">
      <dgm:prSet presAssocID="{34C0CE7A-7B1E-4F2A-B105-A1E2AE3A31FA}" presName="thickLine" presStyleLbl="alignNode1" presStyleIdx="4" presStyleCnt="7"/>
      <dgm:spPr/>
    </dgm:pt>
    <dgm:pt modelId="{B1D165D5-F55F-4244-A93D-D8C174B31228}" type="pres">
      <dgm:prSet presAssocID="{34C0CE7A-7B1E-4F2A-B105-A1E2AE3A31FA}" presName="horz1" presStyleCnt="0"/>
      <dgm:spPr/>
    </dgm:pt>
    <dgm:pt modelId="{FDA0C8F6-5D97-4E5A-8DF0-90C1D8118C61}" type="pres">
      <dgm:prSet presAssocID="{34C0CE7A-7B1E-4F2A-B105-A1E2AE3A31FA}" presName="tx1" presStyleLbl="revTx" presStyleIdx="4" presStyleCnt="7"/>
      <dgm:spPr/>
    </dgm:pt>
    <dgm:pt modelId="{DBE07CE2-BA12-47CE-94EE-5D8ECC484D5D}" type="pres">
      <dgm:prSet presAssocID="{34C0CE7A-7B1E-4F2A-B105-A1E2AE3A31FA}" presName="vert1" presStyleCnt="0"/>
      <dgm:spPr/>
    </dgm:pt>
    <dgm:pt modelId="{8ADD8CF8-C486-42B9-92A8-82CB14FB6964}" type="pres">
      <dgm:prSet presAssocID="{E056BE22-93F1-4C55-B763-D921881378AD}" presName="thickLine" presStyleLbl="alignNode1" presStyleIdx="5" presStyleCnt="7"/>
      <dgm:spPr/>
    </dgm:pt>
    <dgm:pt modelId="{DA593209-0BEF-46BA-A95C-87B9A49DD7A2}" type="pres">
      <dgm:prSet presAssocID="{E056BE22-93F1-4C55-B763-D921881378AD}" presName="horz1" presStyleCnt="0"/>
      <dgm:spPr/>
    </dgm:pt>
    <dgm:pt modelId="{A3F0F18E-2E2B-4DE8-93D3-814D3E6D2F3B}" type="pres">
      <dgm:prSet presAssocID="{E056BE22-93F1-4C55-B763-D921881378AD}" presName="tx1" presStyleLbl="revTx" presStyleIdx="5" presStyleCnt="7"/>
      <dgm:spPr/>
    </dgm:pt>
    <dgm:pt modelId="{4FFDEE63-9822-47B0-89D9-010DC7AB36DE}" type="pres">
      <dgm:prSet presAssocID="{E056BE22-93F1-4C55-B763-D921881378AD}" presName="vert1" presStyleCnt="0"/>
      <dgm:spPr/>
    </dgm:pt>
    <dgm:pt modelId="{90D0A87B-94C8-41EA-83D8-E937D9222686}" type="pres">
      <dgm:prSet presAssocID="{CCE01B7D-70EA-4ACB-837C-E1D96EDFB4DD}" presName="thickLine" presStyleLbl="alignNode1" presStyleIdx="6" presStyleCnt="7"/>
      <dgm:spPr/>
    </dgm:pt>
    <dgm:pt modelId="{3542E815-1EFE-4AAD-A7E6-B5ACB025D909}" type="pres">
      <dgm:prSet presAssocID="{CCE01B7D-70EA-4ACB-837C-E1D96EDFB4DD}" presName="horz1" presStyleCnt="0"/>
      <dgm:spPr/>
    </dgm:pt>
    <dgm:pt modelId="{0162F6A4-C574-48E5-B3A7-D15690EF2584}" type="pres">
      <dgm:prSet presAssocID="{CCE01B7D-70EA-4ACB-837C-E1D96EDFB4DD}" presName="tx1" presStyleLbl="revTx" presStyleIdx="6" presStyleCnt="7"/>
      <dgm:spPr/>
    </dgm:pt>
    <dgm:pt modelId="{ACF64663-C499-404B-A033-2A3F01783382}" type="pres">
      <dgm:prSet presAssocID="{CCE01B7D-70EA-4ACB-837C-E1D96EDFB4DD}" presName="vert1" presStyleCnt="0"/>
      <dgm:spPr/>
    </dgm:pt>
  </dgm:ptLst>
  <dgm:cxnLst>
    <dgm:cxn modelId="{1B60F928-1D27-4E96-9160-2072C478BDAB}" type="presOf" srcId="{CCE01B7D-70EA-4ACB-837C-E1D96EDFB4DD}" destId="{0162F6A4-C574-48E5-B3A7-D15690EF2584}" srcOrd="0" destOrd="0" presId="urn:microsoft.com/office/officeart/2008/layout/LinedList"/>
    <dgm:cxn modelId="{E094C030-F757-4D59-9D84-7F530E31C438}" srcId="{7B472B78-8A4C-4ADE-A054-A8857A0652C0}" destId="{04B09072-4BBE-4219-9545-FEF4DFE67538}" srcOrd="0" destOrd="0" parTransId="{10375049-F2CF-4E2C-B1A2-C39FEA76F341}" sibTransId="{F72D08E3-5976-4E76-8CCD-F6E51D8B35F3}"/>
    <dgm:cxn modelId="{CA7A0138-64EB-4073-8616-75D2DE3544C7}" type="presOf" srcId="{62FB5379-2A2A-4A5E-B7C3-2EC59B81F986}" destId="{62CA0406-8376-4E31-9667-8C64F7FA1BF7}" srcOrd="0" destOrd="0" presId="urn:microsoft.com/office/officeart/2008/layout/LinedList"/>
    <dgm:cxn modelId="{0028C63B-186E-41DE-890E-018FC4A7D6C0}" type="presOf" srcId="{34C0CE7A-7B1E-4F2A-B105-A1E2AE3A31FA}" destId="{FDA0C8F6-5D97-4E5A-8DF0-90C1D8118C61}" srcOrd="0" destOrd="0" presId="urn:microsoft.com/office/officeart/2008/layout/LinedList"/>
    <dgm:cxn modelId="{A1C01568-C9B3-47D5-B129-70FEC7EFB4C7}" type="presOf" srcId="{04B09072-4BBE-4219-9545-FEF4DFE67538}" destId="{9BE3A6FB-F796-400D-A2A6-11C6BCD8B68A}" srcOrd="0" destOrd="0" presId="urn:microsoft.com/office/officeart/2008/layout/LinedList"/>
    <dgm:cxn modelId="{7B8C744E-260C-42DC-B982-965A29F4BF91}" srcId="{7B472B78-8A4C-4ADE-A054-A8857A0652C0}" destId="{7499341B-AD20-40FE-93B4-9013B70DF7EF}" srcOrd="1" destOrd="0" parTransId="{81292449-C107-4DE3-9AD2-B1DFBB8E97FE}" sibTransId="{2992AC53-191E-48CD-96FD-651695C511D4}"/>
    <dgm:cxn modelId="{82729070-04B4-404A-AAA3-C60379DE5F5A}" type="presOf" srcId="{7B472B78-8A4C-4ADE-A054-A8857A0652C0}" destId="{86EACAFE-1B1A-494D-B851-9B70D37BC520}" srcOrd="0" destOrd="0" presId="urn:microsoft.com/office/officeart/2008/layout/LinedList"/>
    <dgm:cxn modelId="{F2BDE28F-0BA5-4E8C-A848-7B846E704034}" type="presOf" srcId="{E056BE22-93F1-4C55-B763-D921881378AD}" destId="{A3F0F18E-2E2B-4DE8-93D3-814D3E6D2F3B}" srcOrd="0" destOrd="0" presId="urn:microsoft.com/office/officeart/2008/layout/LinedList"/>
    <dgm:cxn modelId="{0E7D649D-7418-4067-B789-640BBEDA34F9}" srcId="{7B472B78-8A4C-4ADE-A054-A8857A0652C0}" destId="{CCE01B7D-70EA-4ACB-837C-E1D96EDFB4DD}" srcOrd="6" destOrd="0" parTransId="{6C322C79-91C6-4EA1-AF7D-2D42A8E972C2}" sibTransId="{579221D5-EE51-4041-99F3-124D4588A7D0}"/>
    <dgm:cxn modelId="{B34C84A2-ADFB-445A-AE63-69CE8D41C34E}" type="presOf" srcId="{7499341B-AD20-40FE-93B4-9013B70DF7EF}" destId="{EF4CE98E-57FA-4B59-B9CA-3040B4AD5AC8}" srcOrd="0" destOrd="0" presId="urn:microsoft.com/office/officeart/2008/layout/LinedList"/>
    <dgm:cxn modelId="{4C6BE5B2-60EA-4D01-AECC-DF8AB9FC9850}" srcId="{7B472B78-8A4C-4ADE-A054-A8857A0652C0}" destId="{E056BE22-93F1-4C55-B763-D921881378AD}" srcOrd="5" destOrd="0" parTransId="{2951EF35-E993-4091-8A5C-06357C154CC5}" sibTransId="{8AC6A97D-9001-474C-B751-C72732BE4E73}"/>
    <dgm:cxn modelId="{0971A4C2-6862-47DD-A1FE-64F49AEB6790}" type="presOf" srcId="{28363FA2-FAE8-4632-B743-A243C777176E}" destId="{73CF9CA7-C17F-44D4-99E7-5AD679F12EE3}" srcOrd="0" destOrd="0" presId="urn:microsoft.com/office/officeart/2008/layout/LinedList"/>
    <dgm:cxn modelId="{E34D02C3-D9C3-4791-95FD-96597CB34EAC}" srcId="{7B472B78-8A4C-4ADE-A054-A8857A0652C0}" destId="{28363FA2-FAE8-4632-B743-A243C777176E}" srcOrd="3" destOrd="0" parTransId="{8A2DA1FC-FC22-4890-9CFF-EC71CA3DF878}" sibTransId="{AD2D9582-40BA-4402-A8AB-B39150F31391}"/>
    <dgm:cxn modelId="{D2DBFCD4-FC24-442A-B59B-7688B6BF11D9}" srcId="{7B472B78-8A4C-4ADE-A054-A8857A0652C0}" destId="{34C0CE7A-7B1E-4F2A-B105-A1E2AE3A31FA}" srcOrd="4" destOrd="0" parTransId="{3EABFE9E-EDD2-4DBC-AFD8-2610AB8FF0D9}" sibTransId="{64A2C901-293C-4FAE-A7CE-D14660D07408}"/>
    <dgm:cxn modelId="{CE700CD6-5466-4BD4-ACD0-477C8CEAD472}" srcId="{7B472B78-8A4C-4ADE-A054-A8857A0652C0}" destId="{62FB5379-2A2A-4A5E-B7C3-2EC59B81F986}" srcOrd="2" destOrd="0" parTransId="{8AAA04EF-1AE8-4070-A890-DBA1AEE3FDFA}" sibTransId="{A0416CB7-441C-41A7-8584-834CD2BAF21A}"/>
    <dgm:cxn modelId="{AEB35164-8D07-4584-A45A-5EF8225336C8}" type="presParOf" srcId="{86EACAFE-1B1A-494D-B851-9B70D37BC520}" destId="{C9564623-C55F-40E9-B6E4-4A34F5C71568}" srcOrd="0" destOrd="0" presId="urn:microsoft.com/office/officeart/2008/layout/LinedList"/>
    <dgm:cxn modelId="{B7D374DF-F98E-4EE0-B65F-57756D903751}" type="presParOf" srcId="{86EACAFE-1B1A-494D-B851-9B70D37BC520}" destId="{628A7AAF-E3C2-425F-B259-3F50030FCC67}" srcOrd="1" destOrd="0" presId="urn:microsoft.com/office/officeart/2008/layout/LinedList"/>
    <dgm:cxn modelId="{F4E800B0-E421-4F85-8F39-6780079181B2}" type="presParOf" srcId="{628A7AAF-E3C2-425F-B259-3F50030FCC67}" destId="{9BE3A6FB-F796-400D-A2A6-11C6BCD8B68A}" srcOrd="0" destOrd="0" presId="urn:microsoft.com/office/officeart/2008/layout/LinedList"/>
    <dgm:cxn modelId="{79541CEB-419D-4E74-9DDA-616A38921E26}" type="presParOf" srcId="{628A7AAF-E3C2-425F-B259-3F50030FCC67}" destId="{E9386C4C-4814-4FCF-88CC-CB611F0685AA}" srcOrd="1" destOrd="0" presId="urn:microsoft.com/office/officeart/2008/layout/LinedList"/>
    <dgm:cxn modelId="{B33F9BAC-86E4-4B08-B584-ACD7305AEBF7}" type="presParOf" srcId="{86EACAFE-1B1A-494D-B851-9B70D37BC520}" destId="{6FD2B75B-281A-4ECE-8496-A8F20482D67E}" srcOrd="2" destOrd="0" presId="urn:microsoft.com/office/officeart/2008/layout/LinedList"/>
    <dgm:cxn modelId="{E567EFEB-D9D8-4997-A8E9-B4E3A4C7FBBF}" type="presParOf" srcId="{86EACAFE-1B1A-494D-B851-9B70D37BC520}" destId="{39EEB873-3F54-452A-8D6A-49E934C1BAD4}" srcOrd="3" destOrd="0" presId="urn:microsoft.com/office/officeart/2008/layout/LinedList"/>
    <dgm:cxn modelId="{CB314F9E-209A-4E72-9FA0-0A992ABD80FC}" type="presParOf" srcId="{39EEB873-3F54-452A-8D6A-49E934C1BAD4}" destId="{EF4CE98E-57FA-4B59-B9CA-3040B4AD5AC8}" srcOrd="0" destOrd="0" presId="urn:microsoft.com/office/officeart/2008/layout/LinedList"/>
    <dgm:cxn modelId="{D75F9E30-1B0E-44D2-9627-AB31D3B9CE13}" type="presParOf" srcId="{39EEB873-3F54-452A-8D6A-49E934C1BAD4}" destId="{7A1EBC18-A3A2-49D0-BC07-5B38BE8339CF}" srcOrd="1" destOrd="0" presId="urn:microsoft.com/office/officeart/2008/layout/LinedList"/>
    <dgm:cxn modelId="{93A25534-4DB1-428A-B588-DFE122747490}" type="presParOf" srcId="{86EACAFE-1B1A-494D-B851-9B70D37BC520}" destId="{EA830C58-FE23-4546-910E-E79B2BF6AF6B}" srcOrd="4" destOrd="0" presId="urn:microsoft.com/office/officeart/2008/layout/LinedList"/>
    <dgm:cxn modelId="{4544B890-B888-47EE-B66B-D160CAABA519}" type="presParOf" srcId="{86EACAFE-1B1A-494D-B851-9B70D37BC520}" destId="{B0669BDB-2236-4618-B9B1-F5AA12CF3CE6}" srcOrd="5" destOrd="0" presId="urn:microsoft.com/office/officeart/2008/layout/LinedList"/>
    <dgm:cxn modelId="{1E64E905-7A6E-46A8-9A81-20DA83ADCDDA}" type="presParOf" srcId="{B0669BDB-2236-4618-B9B1-F5AA12CF3CE6}" destId="{62CA0406-8376-4E31-9667-8C64F7FA1BF7}" srcOrd="0" destOrd="0" presId="urn:microsoft.com/office/officeart/2008/layout/LinedList"/>
    <dgm:cxn modelId="{B5D8F485-2052-4209-96BD-724CB1AE4A96}" type="presParOf" srcId="{B0669BDB-2236-4618-B9B1-F5AA12CF3CE6}" destId="{29454974-2EB7-4406-A5C3-6A18F6CEE9F9}" srcOrd="1" destOrd="0" presId="urn:microsoft.com/office/officeart/2008/layout/LinedList"/>
    <dgm:cxn modelId="{68FBB030-D0C7-4F21-B746-B0C15D056D18}" type="presParOf" srcId="{86EACAFE-1B1A-494D-B851-9B70D37BC520}" destId="{4380F354-5D0A-4913-87D8-2043FABE7500}" srcOrd="6" destOrd="0" presId="urn:microsoft.com/office/officeart/2008/layout/LinedList"/>
    <dgm:cxn modelId="{8B0F4385-A15E-486F-8DCE-AC8E65498393}" type="presParOf" srcId="{86EACAFE-1B1A-494D-B851-9B70D37BC520}" destId="{8908B3C6-D6D3-4357-A500-1EE5DBB7C763}" srcOrd="7" destOrd="0" presId="urn:microsoft.com/office/officeart/2008/layout/LinedList"/>
    <dgm:cxn modelId="{5C813FBA-EFC9-4A4B-B89D-AEC64CC47A36}" type="presParOf" srcId="{8908B3C6-D6D3-4357-A500-1EE5DBB7C763}" destId="{73CF9CA7-C17F-44D4-99E7-5AD679F12EE3}" srcOrd="0" destOrd="0" presId="urn:microsoft.com/office/officeart/2008/layout/LinedList"/>
    <dgm:cxn modelId="{17287DA2-4F3C-40F0-9114-A6A167D090EF}" type="presParOf" srcId="{8908B3C6-D6D3-4357-A500-1EE5DBB7C763}" destId="{5A99F9AA-1F7C-4D46-BD83-4F834CE107D4}" srcOrd="1" destOrd="0" presId="urn:microsoft.com/office/officeart/2008/layout/LinedList"/>
    <dgm:cxn modelId="{D725E09E-CC62-422C-AE23-AEE48A310F42}" type="presParOf" srcId="{86EACAFE-1B1A-494D-B851-9B70D37BC520}" destId="{7CE7138C-4BD3-44F8-B7BB-30E3F0A1A6BB}" srcOrd="8" destOrd="0" presId="urn:microsoft.com/office/officeart/2008/layout/LinedList"/>
    <dgm:cxn modelId="{1CF782B8-8279-4C1C-9D5A-E0AEC5D30BB6}" type="presParOf" srcId="{86EACAFE-1B1A-494D-B851-9B70D37BC520}" destId="{B1D165D5-F55F-4244-A93D-D8C174B31228}" srcOrd="9" destOrd="0" presId="urn:microsoft.com/office/officeart/2008/layout/LinedList"/>
    <dgm:cxn modelId="{C4CD5658-F1C5-40A7-B482-9F17D1B0609D}" type="presParOf" srcId="{B1D165D5-F55F-4244-A93D-D8C174B31228}" destId="{FDA0C8F6-5D97-4E5A-8DF0-90C1D8118C61}" srcOrd="0" destOrd="0" presId="urn:microsoft.com/office/officeart/2008/layout/LinedList"/>
    <dgm:cxn modelId="{2A7ACC84-CB77-4487-9871-0F0EBE42DC6A}" type="presParOf" srcId="{B1D165D5-F55F-4244-A93D-D8C174B31228}" destId="{DBE07CE2-BA12-47CE-94EE-5D8ECC484D5D}" srcOrd="1" destOrd="0" presId="urn:microsoft.com/office/officeart/2008/layout/LinedList"/>
    <dgm:cxn modelId="{5AE69AB9-714E-482C-A036-E7D0CCB5DE68}" type="presParOf" srcId="{86EACAFE-1B1A-494D-B851-9B70D37BC520}" destId="{8ADD8CF8-C486-42B9-92A8-82CB14FB6964}" srcOrd="10" destOrd="0" presId="urn:microsoft.com/office/officeart/2008/layout/LinedList"/>
    <dgm:cxn modelId="{D720FB9C-E4F4-4AC7-9A46-5C683E783827}" type="presParOf" srcId="{86EACAFE-1B1A-494D-B851-9B70D37BC520}" destId="{DA593209-0BEF-46BA-A95C-87B9A49DD7A2}" srcOrd="11" destOrd="0" presId="urn:microsoft.com/office/officeart/2008/layout/LinedList"/>
    <dgm:cxn modelId="{E89E5392-1572-4848-8CE4-A85FFB1D5FD1}" type="presParOf" srcId="{DA593209-0BEF-46BA-A95C-87B9A49DD7A2}" destId="{A3F0F18E-2E2B-4DE8-93D3-814D3E6D2F3B}" srcOrd="0" destOrd="0" presId="urn:microsoft.com/office/officeart/2008/layout/LinedList"/>
    <dgm:cxn modelId="{C20EFA70-8FF5-466F-BBC0-8ACE8C042BE1}" type="presParOf" srcId="{DA593209-0BEF-46BA-A95C-87B9A49DD7A2}" destId="{4FFDEE63-9822-47B0-89D9-010DC7AB36DE}" srcOrd="1" destOrd="0" presId="urn:microsoft.com/office/officeart/2008/layout/LinedList"/>
    <dgm:cxn modelId="{2E8174DC-B2E2-4442-B347-19833D40634A}" type="presParOf" srcId="{86EACAFE-1B1A-494D-B851-9B70D37BC520}" destId="{90D0A87B-94C8-41EA-83D8-E937D9222686}" srcOrd="12" destOrd="0" presId="urn:microsoft.com/office/officeart/2008/layout/LinedList"/>
    <dgm:cxn modelId="{EF11ECA3-9AE3-43B9-934A-7BAD27EF66FB}" type="presParOf" srcId="{86EACAFE-1B1A-494D-B851-9B70D37BC520}" destId="{3542E815-1EFE-4AAD-A7E6-B5ACB025D909}" srcOrd="13" destOrd="0" presId="urn:microsoft.com/office/officeart/2008/layout/LinedList"/>
    <dgm:cxn modelId="{FE08C834-F62B-4786-AD47-CB7FEEAD773F}" type="presParOf" srcId="{3542E815-1EFE-4AAD-A7E6-B5ACB025D909}" destId="{0162F6A4-C574-48E5-B3A7-D15690EF2584}" srcOrd="0" destOrd="0" presId="urn:microsoft.com/office/officeart/2008/layout/LinedList"/>
    <dgm:cxn modelId="{3618F7A2-8C0F-4A31-8A3F-375CAE4686DB}" type="presParOf" srcId="{3542E815-1EFE-4AAD-A7E6-B5ACB025D909}" destId="{ACF64663-C499-404B-A033-2A3F017833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6AB37FE-ED72-4449-8F8C-DE080AB78C4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9277FB-8D2B-4509-8759-C8D7A0F2AEA6}">
      <dgm:prSet/>
      <dgm:spPr/>
      <dgm:t>
        <a:bodyPr/>
        <a:lstStyle/>
        <a:p>
          <a:r>
            <a:rPr lang="en-US" b="0" i="0" baseline="0"/>
            <a:t>CORS issues</a:t>
          </a:r>
          <a:endParaRPr lang="en-US"/>
        </a:p>
      </dgm:t>
    </dgm:pt>
    <dgm:pt modelId="{23FBA6FB-4EA3-4C41-B558-F8503150D0CE}" type="parTrans" cxnId="{0D8BB4C6-9999-449D-8188-B97A52E3FB06}">
      <dgm:prSet/>
      <dgm:spPr/>
      <dgm:t>
        <a:bodyPr/>
        <a:lstStyle/>
        <a:p>
          <a:endParaRPr lang="en-US"/>
        </a:p>
      </dgm:t>
    </dgm:pt>
    <dgm:pt modelId="{41B05E3F-FE48-4656-A332-C296260CFC37}" type="sibTrans" cxnId="{0D8BB4C6-9999-449D-8188-B97A52E3FB06}">
      <dgm:prSet/>
      <dgm:spPr/>
      <dgm:t>
        <a:bodyPr/>
        <a:lstStyle/>
        <a:p>
          <a:endParaRPr lang="en-US"/>
        </a:p>
      </dgm:t>
    </dgm:pt>
    <dgm:pt modelId="{CC0150E8-125A-4799-8A7C-7A4C338F236E}">
      <dgm:prSet/>
      <dgm:spPr/>
      <dgm:t>
        <a:bodyPr/>
        <a:lstStyle/>
        <a:p>
          <a:r>
            <a:rPr lang="en-US" b="0" i="0" baseline="0"/>
            <a:t>Backend communication errors</a:t>
          </a:r>
          <a:endParaRPr lang="en-US"/>
        </a:p>
      </dgm:t>
    </dgm:pt>
    <dgm:pt modelId="{429924AA-DF16-4FDA-834A-1E85AE03D07E}" type="parTrans" cxnId="{FD7DE044-97EF-44B2-A1BC-DC1F9787931B}">
      <dgm:prSet/>
      <dgm:spPr/>
      <dgm:t>
        <a:bodyPr/>
        <a:lstStyle/>
        <a:p>
          <a:endParaRPr lang="en-US"/>
        </a:p>
      </dgm:t>
    </dgm:pt>
    <dgm:pt modelId="{12EB88B1-B704-4E69-9189-62D9345FAD02}" type="sibTrans" cxnId="{FD7DE044-97EF-44B2-A1BC-DC1F9787931B}">
      <dgm:prSet/>
      <dgm:spPr/>
      <dgm:t>
        <a:bodyPr/>
        <a:lstStyle/>
        <a:p>
          <a:endParaRPr lang="en-US"/>
        </a:p>
      </dgm:t>
    </dgm:pt>
    <dgm:pt modelId="{650F0455-CDAD-47B8-9ED8-540F3D422A58}">
      <dgm:prSet/>
      <dgm:spPr/>
      <dgm:t>
        <a:bodyPr/>
        <a:lstStyle/>
        <a:p>
          <a:r>
            <a:rPr lang="en-US" b="0" i="0" baseline="0"/>
            <a:t>Environment variable setup</a:t>
          </a:r>
          <a:endParaRPr lang="en-US"/>
        </a:p>
      </dgm:t>
    </dgm:pt>
    <dgm:pt modelId="{F76D6905-A58E-47C9-B6E1-A407945D72F8}" type="parTrans" cxnId="{109E85AF-7052-4F34-9AE3-56B5EE866D37}">
      <dgm:prSet/>
      <dgm:spPr/>
      <dgm:t>
        <a:bodyPr/>
        <a:lstStyle/>
        <a:p>
          <a:endParaRPr lang="en-US"/>
        </a:p>
      </dgm:t>
    </dgm:pt>
    <dgm:pt modelId="{32D215F9-5D54-4209-AB3B-973FEB64B60E}" type="sibTrans" cxnId="{109E85AF-7052-4F34-9AE3-56B5EE866D37}">
      <dgm:prSet/>
      <dgm:spPr/>
      <dgm:t>
        <a:bodyPr/>
        <a:lstStyle/>
        <a:p>
          <a:endParaRPr lang="en-US"/>
        </a:p>
      </dgm:t>
    </dgm:pt>
    <dgm:pt modelId="{B282ACC1-41F1-440C-8729-048C874C2D9D}">
      <dgm:prSet/>
      <dgm:spPr/>
      <dgm:t>
        <a:bodyPr/>
        <a:lstStyle/>
        <a:p>
          <a:r>
            <a:rPr lang="en-US" b="0" i="0" baseline="0"/>
            <a:t>Deployment conflicts</a:t>
          </a:r>
          <a:endParaRPr lang="en-US"/>
        </a:p>
      </dgm:t>
    </dgm:pt>
    <dgm:pt modelId="{9E69EDEC-8C15-453C-9D5B-5B365D8F315B}" type="parTrans" cxnId="{52A4DC15-35C2-4E10-9F5D-F007FD09893E}">
      <dgm:prSet/>
      <dgm:spPr/>
      <dgm:t>
        <a:bodyPr/>
        <a:lstStyle/>
        <a:p>
          <a:endParaRPr lang="en-US"/>
        </a:p>
      </dgm:t>
    </dgm:pt>
    <dgm:pt modelId="{1A4EFC01-F4A3-4CC5-874F-DFA7CCFA95E7}" type="sibTrans" cxnId="{52A4DC15-35C2-4E10-9F5D-F007FD09893E}">
      <dgm:prSet/>
      <dgm:spPr/>
      <dgm:t>
        <a:bodyPr/>
        <a:lstStyle/>
        <a:p>
          <a:endParaRPr lang="en-US"/>
        </a:p>
      </dgm:t>
    </dgm:pt>
    <dgm:pt modelId="{649E52C2-7A77-4A99-98EB-4DEC5868A2A5}">
      <dgm:prSet/>
      <dgm:spPr/>
      <dgm:t>
        <a:bodyPr/>
        <a:lstStyle/>
        <a:p>
          <a:r>
            <a:rPr lang="en-US" b="0" i="0" baseline="0" dirty="0"/>
            <a:t>Large AI models </a:t>
          </a:r>
          <a:r>
            <a:rPr lang="en-US" b="0" i="0" baseline="0" dirty="0">
              <a:sym typeface="Wingdings" panose="05000000000000000000" pitchFamily="2" charset="2"/>
            </a:rPr>
            <a:t></a:t>
          </a:r>
          <a:r>
            <a:rPr lang="en-US" b="0" i="0" baseline="0" dirty="0"/>
            <a:t> slow responses</a:t>
          </a:r>
          <a:endParaRPr lang="en-US" dirty="0"/>
        </a:p>
      </dgm:t>
    </dgm:pt>
    <dgm:pt modelId="{F148DE77-80DA-4668-B989-7E79D8BDF4E4}" type="parTrans" cxnId="{1A1DD473-3A2A-44BE-819D-AA953DFE582C}">
      <dgm:prSet/>
      <dgm:spPr/>
      <dgm:t>
        <a:bodyPr/>
        <a:lstStyle/>
        <a:p>
          <a:endParaRPr lang="en-US"/>
        </a:p>
      </dgm:t>
    </dgm:pt>
    <dgm:pt modelId="{5C5B26CD-AF48-48E7-A7BD-1B09A5AB2BAB}" type="sibTrans" cxnId="{1A1DD473-3A2A-44BE-819D-AA953DFE582C}">
      <dgm:prSet/>
      <dgm:spPr/>
      <dgm:t>
        <a:bodyPr/>
        <a:lstStyle/>
        <a:p>
          <a:endParaRPr lang="en-US"/>
        </a:p>
      </dgm:t>
    </dgm:pt>
    <dgm:pt modelId="{C3D62170-554F-4420-A564-1FD3A271F713}">
      <dgm:prSet/>
      <dgm:spPr/>
      <dgm:t>
        <a:bodyPr/>
        <a:lstStyle/>
        <a:p>
          <a:r>
            <a:rPr lang="en-US" b="0" i="0" baseline="0"/>
            <a:t>Report parsing reliability</a:t>
          </a:r>
          <a:endParaRPr lang="en-US"/>
        </a:p>
      </dgm:t>
    </dgm:pt>
    <dgm:pt modelId="{75A1BC9B-599C-427E-8EB2-2250481B2F8D}" type="parTrans" cxnId="{ABE531C9-D19C-4A80-8EF2-BF08C21AC189}">
      <dgm:prSet/>
      <dgm:spPr/>
      <dgm:t>
        <a:bodyPr/>
        <a:lstStyle/>
        <a:p>
          <a:endParaRPr lang="en-US"/>
        </a:p>
      </dgm:t>
    </dgm:pt>
    <dgm:pt modelId="{F0236363-F6DA-41A2-AAC3-FB262AE835BF}" type="sibTrans" cxnId="{ABE531C9-D19C-4A80-8EF2-BF08C21AC189}">
      <dgm:prSet/>
      <dgm:spPr/>
      <dgm:t>
        <a:bodyPr/>
        <a:lstStyle/>
        <a:p>
          <a:endParaRPr lang="en-US"/>
        </a:p>
      </dgm:t>
    </dgm:pt>
    <dgm:pt modelId="{6D42CA04-87C7-4F08-9B01-0A94E4A8E1A7}" type="pres">
      <dgm:prSet presAssocID="{F6AB37FE-ED72-4449-8F8C-DE080AB78C40}" presName="vert0" presStyleCnt="0">
        <dgm:presLayoutVars>
          <dgm:dir/>
          <dgm:animOne val="branch"/>
          <dgm:animLvl val="lvl"/>
        </dgm:presLayoutVars>
      </dgm:prSet>
      <dgm:spPr/>
    </dgm:pt>
    <dgm:pt modelId="{0DC7B155-DD95-43D2-B6E6-2D58532A7DEE}" type="pres">
      <dgm:prSet presAssocID="{719277FB-8D2B-4509-8759-C8D7A0F2AEA6}" presName="thickLine" presStyleLbl="alignNode1" presStyleIdx="0" presStyleCnt="6"/>
      <dgm:spPr/>
    </dgm:pt>
    <dgm:pt modelId="{553395A3-F6F0-476F-BA51-57A3CDDC93BE}" type="pres">
      <dgm:prSet presAssocID="{719277FB-8D2B-4509-8759-C8D7A0F2AEA6}" presName="horz1" presStyleCnt="0"/>
      <dgm:spPr/>
    </dgm:pt>
    <dgm:pt modelId="{4B983C2B-57B4-44CA-940E-7975309B5405}" type="pres">
      <dgm:prSet presAssocID="{719277FB-8D2B-4509-8759-C8D7A0F2AEA6}" presName="tx1" presStyleLbl="revTx" presStyleIdx="0" presStyleCnt="6"/>
      <dgm:spPr/>
    </dgm:pt>
    <dgm:pt modelId="{99C20BD8-B4E9-4CEA-92D9-7C02C8AFBA54}" type="pres">
      <dgm:prSet presAssocID="{719277FB-8D2B-4509-8759-C8D7A0F2AEA6}" presName="vert1" presStyleCnt="0"/>
      <dgm:spPr/>
    </dgm:pt>
    <dgm:pt modelId="{7D7F5A65-8A4B-43B0-8DE5-919A59BC0C81}" type="pres">
      <dgm:prSet presAssocID="{CC0150E8-125A-4799-8A7C-7A4C338F236E}" presName="thickLine" presStyleLbl="alignNode1" presStyleIdx="1" presStyleCnt="6"/>
      <dgm:spPr/>
    </dgm:pt>
    <dgm:pt modelId="{7ECF48D5-6A98-42D9-B495-6FD70A569B92}" type="pres">
      <dgm:prSet presAssocID="{CC0150E8-125A-4799-8A7C-7A4C338F236E}" presName="horz1" presStyleCnt="0"/>
      <dgm:spPr/>
    </dgm:pt>
    <dgm:pt modelId="{BAB7B3C0-EB50-4462-9548-DB3F40A4206B}" type="pres">
      <dgm:prSet presAssocID="{CC0150E8-125A-4799-8A7C-7A4C338F236E}" presName="tx1" presStyleLbl="revTx" presStyleIdx="1" presStyleCnt="6"/>
      <dgm:spPr/>
    </dgm:pt>
    <dgm:pt modelId="{938D7B5B-8381-4455-A7A0-24290C0064F5}" type="pres">
      <dgm:prSet presAssocID="{CC0150E8-125A-4799-8A7C-7A4C338F236E}" presName="vert1" presStyleCnt="0"/>
      <dgm:spPr/>
    </dgm:pt>
    <dgm:pt modelId="{08CD3B7C-46E4-4822-96C9-7D050A6996A7}" type="pres">
      <dgm:prSet presAssocID="{650F0455-CDAD-47B8-9ED8-540F3D422A58}" presName="thickLine" presStyleLbl="alignNode1" presStyleIdx="2" presStyleCnt="6"/>
      <dgm:spPr/>
    </dgm:pt>
    <dgm:pt modelId="{03A26E91-B042-4DA9-B2F1-929A7CB72B99}" type="pres">
      <dgm:prSet presAssocID="{650F0455-CDAD-47B8-9ED8-540F3D422A58}" presName="horz1" presStyleCnt="0"/>
      <dgm:spPr/>
    </dgm:pt>
    <dgm:pt modelId="{758F8416-914E-4646-A1B9-977C39A6C40F}" type="pres">
      <dgm:prSet presAssocID="{650F0455-CDAD-47B8-9ED8-540F3D422A58}" presName="tx1" presStyleLbl="revTx" presStyleIdx="2" presStyleCnt="6"/>
      <dgm:spPr/>
    </dgm:pt>
    <dgm:pt modelId="{0A8C517F-DCC3-4B3F-AAC6-8685C3CAE108}" type="pres">
      <dgm:prSet presAssocID="{650F0455-CDAD-47B8-9ED8-540F3D422A58}" presName="vert1" presStyleCnt="0"/>
      <dgm:spPr/>
    </dgm:pt>
    <dgm:pt modelId="{F0C510CD-E818-4305-8984-324896D091A3}" type="pres">
      <dgm:prSet presAssocID="{B282ACC1-41F1-440C-8729-048C874C2D9D}" presName="thickLine" presStyleLbl="alignNode1" presStyleIdx="3" presStyleCnt="6"/>
      <dgm:spPr/>
    </dgm:pt>
    <dgm:pt modelId="{AA886504-1CA9-4AE2-A91B-86BE3EB4478C}" type="pres">
      <dgm:prSet presAssocID="{B282ACC1-41F1-440C-8729-048C874C2D9D}" presName="horz1" presStyleCnt="0"/>
      <dgm:spPr/>
    </dgm:pt>
    <dgm:pt modelId="{AF8D1DF7-456C-43EB-9958-DA5526E55BF0}" type="pres">
      <dgm:prSet presAssocID="{B282ACC1-41F1-440C-8729-048C874C2D9D}" presName="tx1" presStyleLbl="revTx" presStyleIdx="3" presStyleCnt="6"/>
      <dgm:spPr/>
    </dgm:pt>
    <dgm:pt modelId="{CA2E2F5A-ED52-439F-B367-65E378AEDA68}" type="pres">
      <dgm:prSet presAssocID="{B282ACC1-41F1-440C-8729-048C874C2D9D}" presName="vert1" presStyleCnt="0"/>
      <dgm:spPr/>
    </dgm:pt>
    <dgm:pt modelId="{47165829-8099-4FC1-9818-BEA533B687C2}" type="pres">
      <dgm:prSet presAssocID="{649E52C2-7A77-4A99-98EB-4DEC5868A2A5}" presName="thickLine" presStyleLbl="alignNode1" presStyleIdx="4" presStyleCnt="6"/>
      <dgm:spPr/>
    </dgm:pt>
    <dgm:pt modelId="{665E207B-BF8E-48A9-8A2A-1939CC304A6E}" type="pres">
      <dgm:prSet presAssocID="{649E52C2-7A77-4A99-98EB-4DEC5868A2A5}" presName="horz1" presStyleCnt="0"/>
      <dgm:spPr/>
    </dgm:pt>
    <dgm:pt modelId="{39AF256D-B90E-4888-97E3-1ECFDD8E902A}" type="pres">
      <dgm:prSet presAssocID="{649E52C2-7A77-4A99-98EB-4DEC5868A2A5}" presName="tx1" presStyleLbl="revTx" presStyleIdx="4" presStyleCnt="6"/>
      <dgm:spPr/>
    </dgm:pt>
    <dgm:pt modelId="{3FC1147E-E51A-4623-9992-EBA5CFA87BE1}" type="pres">
      <dgm:prSet presAssocID="{649E52C2-7A77-4A99-98EB-4DEC5868A2A5}" presName="vert1" presStyleCnt="0"/>
      <dgm:spPr/>
    </dgm:pt>
    <dgm:pt modelId="{3B24F463-E581-4A8A-A2A7-89A51E8ADE94}" type="pres">
      <dgm:prSet presAssocID="{C3D62170-554F-4420-A564-1FD3A271F713}" presName="thickLine" presStyleLbl="alignNode1" presStyleIdx="5" presStyleCnt="6"/>
      <dgm:spPr/>
    </dgm:pt>
    <dgm:pt modelId="{8DEFF75A-7B78-41EB-83C6-7FCFE8371777}" type="pres">
      <dgm:prSet presAssocID="{C3D62170-554F-4420-A564-1FD3A271F713}" presName="horz1" presStyleCnt="0"/>
      <dgm:spPr/>
    </dgm:pt>
    <dgm:pt modelId="{F102D86F-ED36-4576-92E5-11053C7E53D2}" type="pres">
      <dgm:prSet presAssocID="{C3D62170-554F-4420-A564-1FD3A271F713}" presName="tx1" presStyleLbl="revTx" presStyleIdx="5" presStyleCnt="6"/>
      <dgm:spPr/>
    </dgm:pt>
    <dgm:pt modelId="{71401457-9A76-43A7-B529-F7C723B4A40B}" type="pres">
      <dgm:prSet presAssocID="{C3D62170-554F-4420-A564-1FD3A271F713}" presName="vert1" presStyleCnt="0"/>
      <dgm:spPr/>
    </dgm:pt>
  </dgm:ptLst>
  <dgm:cxnLst>
    <dgm:cxn modelId="{52A4DC15-35C2-4E10-9F5D-F007FD09893E}" srcId="{F6AB37FE-ED72-4449-8F8C-DE080AB78C40}" destId="{B282ACC1-41F1-440C-8729-048C874C2D9D}" srcOrd="3" destOrd="0" parTransId="{9E69EDEC-8C15-453C-9D5B-5B365D8F315B}" sibTransId="{1A4EFC01-F4A3-4CC5-874F-DFA7CCFA95E7}"/>
    <dgm:cxn modelId="{9B35EC5D-AFD8-419D-BD3B-32221BF30EB9}" type="presOf" srcId="{CC0150E8-125A-4799-8A7C-7A4C338F236E}" destId="{BAB7B3C0-EB50-4462-9548-DB3F40A4206B}" srcOrd="0" destOrd="0" presId="urn:microsoft.com/office/officeart/2008/layout/LinedList"/>
    <dgm:cxn modelId="{EAF52163-7021-4288-AE73-2ABDBAD98E06}" type="presOf" srcId="{649E52C2-7A77-4A99-98EB-4DEC5868A2A5}" destId="{39AF256D-B90E-4888-97E3-1ECFDD8E902A}" srcOrd="0" destOrd="0" presId="urn:microsoft.com/office/officeart/2008/layout/LinedList"/>
    <dgm:cxn modelId="{FD7DE044-97EF-44B2-A1BC-DC1F9787931B}" srcId="{F6AB37FE-ED72-4449-8F8C-DE080AB78C40}" destId="{CC0150E8-125A-4799-8A7C-7A4C338F236E}" srcOrd="1" destOrd="0" parTransId="{429924AA-DF16-4FDA-834A-1E85AE03D07E}" sibTransId="{12EB88B1-B704-4E69-9189-62D9345FAD02}"/>
    <dgm:cxn modelId="{1A1DD473-3A2A-44BE-819D-AA953DFE582C}" srcId="{F6AB37FE-ED72-4449-8F8C-DE080AB78C40}" destId="{649E52C2-7A77-4A99-98EB-4DEC5868A2A5}" srcOrd="4" destOrd="0" parTransId="{F148DE77-80DA-4668-B989-7E79D8BDF4E4}" sibTransId="{5C5B26CD-AF48-48E7-A7BD-1B09A5AB2BAB}"/>
    <dgm:cxn modelId="{C6895379-F563-4750-9F47-D65BD38C21C2}" type="presOf" srcId="{650F0455-CDAD-47B8-9ED8-540F3D422A58}" destId="{758F8416-914E-4646-A1B9-977C39A6C40F}" srcOrd="0" destOrd="0" presId="urn:microsoft.com/office/officeart/2008/layout/LinedList"/>
    <dgm:cxn modelId="{109E85AF-7052-4F34-9AE3-56B5EE866D37}" srcId="{F6AB37FE-ED72-4449-8F8C-DE080AB78C40}" destId="{650F0455-CDAD-47B8-9ED8-540F3D422A58}" srcOrd="2" destOrd="0" parTransId="{F76D6905-A58E-47C9-B6E1-A407945D72F8}" sibTransId="{32D215F9-5D54-4209-AB3B-973FEB64B60E}"/>
    <dgm:cxn modelId="{B98DCBB4-9964-4A37-AD8B-9CE635046F1D}" type="presOf" srcId="{F6AB37FE-ED72-4449-8F8C-DE080AB78C40}" destId="{6D42CA04-87C7-4F08-9B01-0A94E4A8E1A7}" srcOrd="0" destOrd="0" presId="urn:microsoft.com/office/officeart/2008/layout/LinedList"/>
    <dgm:cxn modelId="{0D8BB4C6-9999-449D-8188-B97A52E3FB06}" srcId="{F6AB37FE-ED72-4449-8F8C-DE080AB78C40}" destId="{719277FB-8D2B-4509-8759-C8D7A0F2AEA6}" srcOrd="0" destOrd="0" parTransId="{23FBA6FB-4EA3-4C41-B558-F8503150D0CE}" sibTransId="{41B05E3F-FE48-4656-A332-C296260CFC37}"/>
    <dgm:cxn modelId="{ABE531C9-D19C-4A80-8EF2-BF08C21AC189}" srcId="{F6AB37FE-ED72-4449-8F8C-DE080AB78C40}" destId="{C3D62170-554F-4420-A564-1FD3A271F713}" srcOrd="5" destOrd="0" parTransId="{75A1BC9B-599C-427E-8EB2-2250481B2F8D}" sibTransId="{F0236363-F6DA-41A2-AAC3-FB262AE835BF}"/>
    <dgm:cxn modelId="{67B6FAD4-8CBC-46D1-BF7F-FB0E6587A1BA}" type="presOf" srcId="{C3D62170-554F-4420-A564-1FD3A271F713}" destId="{F102D86F-ED36-4576-92E5-11053C7E53D2}" srcOrd="0" destOrd="0" presId="urn:microsoft.com/office/officeart/2008/layout/LinedList"/>
    <dgm:cxn modelId="{4F32F6DD-48CB-4840-9D93-B5467FA13C47}" type="presOf" srcId="{B282ACC1-41F1-440C-8729-048C874C2D9D}" destId="{AF8D1DF7-456C-43EB-9958-DA5526E55BF0}" srcOrd="0" destOrd="0" presId="urn:microsoft.com/office/officeart/2008/layout/LinedList"/>
    <dgm:cxn modelId="{BC65A5E5-8ADF-4EA3-B9C9-5D6DAAEC9625}" type="presOf" srcId="{719277FB-8D2B-4509-8759-C8D7A0F2AEA6}" destId="{4B983C2B-57B4-44CA-940E-7975309B5405}" srcOrd="0" destOrd="0" presId="urn:microsoft.com/office/officeart/2008/layout/LinedList"/>
    <dgm:cxn modelId="{A33C8342-7941-4E03-9B7C-F92570509BAA}" type="presParOf" srcId="{6D42CA04-87C7-4F08-9B01-0A94E4A8E1A7}" destId="{0DC7B155-DD95-43D2-B6E6-2D58532A7DEE}" srcOrd="0" destOrd="0" presId="urn:microsoft.com/office/officeart/2008/layout/LinedList"/>
    <dgm:cxn modelId="{4B16789E-085F-4CBC-808E-60514E64CE94}" type="presParOf" srcId="{6D42CA04-87C7-4F08-9B01-0A94E4A8E1A7}" destId="{553395A3-F6F0-476F-BA51-57A3CDDC93BE}" srcOrd="1" destOrd="0" presId="urn:microsoft.com/office/officeart/2008/layout/LinedList"/>
    <dgm:cxn modelId="{B7DEB31C-3E84-453B-B6AC-CC601BF26EF5}" type="presParOf" srcId="{553395A3-F6F0-476F-BA51-57A3CDDC93BE}" destId="{4B983C2B-57B4-44CA-940E-7975309B5405}" srcOrd="0" destOrd="0" presId="urn:microsoft.com/office/officeart/2008/layout/LinedList"/>
    <dgm:cxn modelId="{3828BE78-DB51-4421-A460-57FAAAABB1CD}" type="presParOf" srcId="{553395A3-F6F0-476F-BA51-57A3CDDC93BE}" destId="{99C20BD8-B4E9-4CEA-92D9-7C02C8AFBA54}" srcOrd="1" destOrd="0" presId="urn:microsoft.com/office/officeart/2008/layout/LinedList"/>
    <dgm:cxn modelId="{5263D981-BFEB-46D7-A9C8-7A21E8659AA8}" type="presParOf" srcId="{6D42CA04-87C7-4F08-9B01-0A94E4A8E1A7}" destId="{7D7F5A65-8A4B-43B0-8DE5-919A59BC0C81}" srcOrd="2" destOrd="0" presId="urn:microsoft.com/office/officeart/2008/layout/LinedList"/>
    <dgm:cxn modelId="{92F25017-5860-465D-8744-D212A945B9AE}" type="presParOf" srcId="{6D42CA04-87C7-4F08-9B01-0A94E4A8E1A7}" destId="{7ECF48D5-6A98-42D9-B495-6FD70A569B92}" srcOrd="3" destOrd="0" presId="urn:microsoft.com/office/officeart/2008/layout/LinedList"/>
    <dgm:cxn modelId="{87B8E364-5823-444D-884D-47B10BE473DD}" type="presParOf" srcId="{7ECF48D5-6A98-42D9-B495-6FD70A569B92}" destId="{BAB7B3C0-EB50-4462-9548-DB3F40A4206B}" srcOrd="0" destOrd="0" presId="urn:microsoft.com/office/officeart/2008/layout/LinedList"/>
    <dgm:cxn modelId="{26D39208-626D-4C1F-8685-EFBC0102D3AD}" type="presParOf" srcId="{7ECF48D5-6A98-42D9-B495-6FD70A569B92}" destId="{938D7B5B-8381-4455-A7A0-24290C0064F5}" srcOrd="1" destOrd="0" presId="urn:microsoft.com/office/officeart/2008/layout/LinedList"/>
    <dgm:cxn modelId="{C50A8DD8-E619-4383-B9FE-C2C9E66D9C2E}" type="presParOf" srcId="{6D42CA04-87C7-4F08-9B01-0A94E4A8E1A7}" destId="{08CD3B7C-46E4-4822-96C9-7D050A6996A7}" srcOrd="4" destOrd="0" presId="urn:microsoft.com/office/officeart/2008/layout/LinedList"/>
    <dgm:cxn modelId="{98BF214F-2E06-494A-9742-D873F1C48363}" type="presParOf" srcId="{6D42CA04-87C7-4F08-9B01-0A94E4A8E1A7}" destId="{03A26E91-B042-4DA9-B2F1-929A7CB72B99}" srcOrd="5" destOrd="0" presId="urn:microsoft.com/office/officeart/2008/layout/LinedList"/>
    <dgm:cxn modelId="{E2D115FB-8964-4EEB-9A98-699D3927CB03}" type="presParOf" srcId="{03A26E91-B042-4DA9-B2F1-929A7CB72B99}" destId="{758F8416-914E-4646-A1B9-977C39A6C40F}" srcOrd="0" destOrd="0" presId="urn:microsoft.com/office/officeart/2008/layout/LinedList"/>
    <dgm:cxn modelId="{D96AD249-680A-4186-B8BF-18639EC6B05B}" type="presParOf" srcId="{03A26E91-B042-4DA9-B2F1-929A7CB72B99}" destId="{0A8C517F-DCC3-4B3F-AAC6-8685C3CAE108}" srcOrd="1" destOrd="0" presId="urn:microsoft.com/office/officeart/2008/layout/LinedList"/>
    <dgm:cxn modelId="{916C5EAC-51CA-4AE0-ABEC-A43E54EE34A2}" type="presParOf" srcId="{6D42CA04-87C7-4F08-9B01-0A94E4A8E1A7}" destId="{F0C510CD-E818-4305-8984-324896D091A3}" srcOrd="6" destOrd="0" presId="urn:microsoft.com/office/officeart/2008/layout/LinedList"/>
    <dgm:cxn modelId="{C3569493-8B04-4202-80DF-43DE71829999}" type="presParOf" srcId="{6D42CA04-87C7-4F08-9B01-0A94E4A8E1A7}" destId="{AA886504-1CA9-4AE2-A91B-86BE3EB4478C}" srcOrd="7" destOrd="0" presId="urn:microsoft.com/office/officeart/2008/layout/LinedList"/>
    <dgm:cxn modelId="{4CB43667-0A99-4073-961E-091736BF47C5}" type="presParOf" srcId="{AA886504-1CA9-4AE2-A91B-86BE3EB4478C}" destId="{AF8D1DF7-456C-43EB-9958-DA5526E55BF0}" srcOrd="0" destOrd="0" presId="urn:microsoft.com/office/officeart/2008/layout/LinedList"/>
    <dgm:cxn modelId="{336CF486-430A-4975-854E-D6E9496C3B24}" type="presParOf" srcId="{AA886504-1CA9-4AE2-A91B-86BE3EB4478C}" destId="{CA2E2F5A-ED52-439F-B367-65E378AEDA68}" srcOrd="1" destOrd="0" presId="urn:microsoft.com/office/officeart/2008/layout/LinedList"/>
    <dgm:cxn modelId="{827659E2-8611-4DE7-9E0A-6CFB6D3421A5}" type="presParOf" srcId="{6D42CA04-87C7-4F08-9B01-0A94E4A8E1A7}" destId="{47165829-8099-4FC1-9818-BEA533B687C2}" srcOrd="8" destOrd="0" presId="urn:microsoft.com/office/officeart/2008/layout/LinedList"/>
    <dgm:cxn modelId="{4F04254F-3B20-4038-866E-61B5E4A074F0}" type="presParOf" srcId="{6D42CA04-87C7-4F08-9B01-0A94E4A8E1A7}" destId="{665E207B-BF8E-48A9-8A2A-1939CC304A6E}" srcOrd="9" destOrd="0" presId="urn:microsoft.com/office/officeart/2008/layout/LinedList"/>
    <dgm:cxn modelId="{C7EF5C02-0822-465B-AA53-7799DA8F3302}" type="presParOf" srcId="{665E207B-BF8E-48A9-8A2A-1939CC304A6E}" destId="{39AF256D-B90E-4888-97E3-1ECFDD8E902A}" srcOrd="0" destOrd="0" presId="urn:microsoft.com/office/officeart/2008/layout/LinedList"/>
    <dgm:cxn modelId="{87AB0BEF-202B-40C9-8FCB-6351FD78C3B9}" type="presParOf" srcId="{665E207B-BF8E-48A9-8A2A-1939CC304A6E}" destId="{3FC1147E-E51A-4623-9992-EBA5CFA87BE1}" srcOrd="1" destOrd="0" presId="urn:microsoft.com/office/officeart/2008/layout/LinedList"/>
    <dgm:cxn modelId="{684CE4E3-78CB-4E94-A415-F46251EC4C48}" type="presParOf" srcId="{6D42CA04-87C7-4F08-9B01-0A94E4A8E1A7}" destId="{3B24F463-E581-4A8A-A2A7-89A51E8ADE94}" srcOrd="10" destOrd="0" presId="urn:microsoft.com/office/officeart/2008/layout/LinedList"/>
    <dgm:cxn modelId="{E2A0E72A-2507-421A-8DC7-D09D9E4CC21E}" type="presParOf" srcId="{6D42CA04-87C7-4F08-9B01-0A94E4A8E1A7}" destId="{8DEFF75A-7B78-41EB-83C6-7FCFE8371777}" srcOrd="11" destOrd="0" presId="urn:microsoft.com/office/officeart/2008/layout/LinedList"/>
    <dgm:cxn modelId="{AC798F96-3BB8-455D-BADA-A91961A849CB}" type="presParOf" srcId="{8DEFF75A-7B78-41EB-83C6-7FCFE8371777}" destId="{F102D86F-ED36-4576-92E5-11053C7E53D2}" srcOrd="0" destOrd="0" presId="urn:microsoft.com/office/officeart/2008/layout/LinedList"/>
    <dgm:cxn modelId="{BF242FFC-3A5D-4414-8768-FD2F23F82061}" type="presParOf" srcId="{8DEFF75A-7B78-41EB-83C6-7FCFE8371777}" destId="{71401457-9A76-43A7-B529-F7C723B4A40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9A0E41E-28AB-4507-AE72-E3AEB1AEB5E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0A4DE2-78C9-4CB0-BD49-3AB887340D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Fully working multi-feature AI web app</a:t>
          </a:r>
          <a:endParaRPr lang="en-US" b="1"/>
        </a:p>
      </dgm:t>
    </dgm:pt>
    <dgm:pt modelId="{CFC4487C-BFB6-42BA-ADED-F85A3AEBE2B8}" type="parTrans" cxnId="{7E011B93-5690-410E-B382-B240D9DB52AB}">
      <dgm:prSet/>
      <dgm:spPr/>
      <dgm:t>
        <a:bodyPr/>
        <a:lstStyle/>
        <a:p>
          <a:endParaRPr lang="en-US" b="1"/>
        </a:p>
      </dgm:t>
    </dgm:pt>
    <dgm:pt modelId="{90B43657-1D00-43FB-95A7-95772F3397A9}" type="sibTrans" cxnId="{7E011B93-5690-410E-B382-B240D9DB52AB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91CE3852-8918-45C3-BD60-C8F5BF0862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Team collaboration</a:t>
          </a:r>
          <a:endParaRPr lang="en-US" b="1"/>
        </a:p>
      </dgm:t>
    </dgm:pt>
    <dgm:pt modelId="{536E3011-03F7-474B-BE1A-29A74352EA71}" type="parTrans" cxnId="{A53972F2-C7B4-4AC0-A94F-944797D32467}">
      <dgm:prSet/>
      <dgm:spPr/>
      <dgm:t>
        <a:bodyPr/>
        <a:lstStyle/>
        <a:p>
          <a:endParaRPr lang="en-US" b="1"/>
        </a:p>
      </dgm:t>
    </dgm:pt>
    <dgm:pt modelId="{4A7DEAFC-E5DE-466E-A05F-54446880A68A}" type="sibTrans" cxnId="{A53972F2-C7B4-4AC0-A94F-944797D32467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70DC33A4-1408-455F-B0A5-B67AD3391E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Clean UI + responsive design</a:t>
          </a:r>
          <a:endParaRPr lang="en-US" b="1"/>
        </a:p>
      </dgm:t>
    </dgm:pt>
    <dgm:pt modelId="{59F3E481-14E7-41D5-A9E3-814E7AC642DB}" type="parTrans" cxnId="{E8332BEE-4EA6-4A0C-B1B5-9BD22F7367B4}">
      <dgm:prSet/>
      <dgm:spPr/>
      <dgm:t>
        <a:bodyPr/>
        <a:lstStyle/>
        <a:p>
          <a:endParaRPr lang="en-US" b="1"/>
        </a:p>
      </dgm:t>
    </dgm:pt>
    <dgm:pt modelId="{8EA1DD36-08CC-4451-AD34-765D56A0D9DC}" type="sibTrans" cxnId="{E8332BEE-4EA6-4A0C-B1B5-9BD22F7367B4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82A65745-54C1-4383-8EE8-3B1D14ED62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Realistic non-medical AI support</a:t>
          </a:r>
          <a:endParaRPr lang="en-US" b="1"/>
        </a:p>
      </dgm:t>
    </dgm:pt>
    <dgm:pt modelId="{9A7382F1-D70A-4301-AF3E-A9BFEBB6DB71}" type="parTrans" cxnId="{E296576D-8CDD-42AC-BD5E-C5BB8F5D70C0}">
      <dgm:prSet/>
      <dgm:spPr/>
      <dgm:t>
        <a:bodyPr/>
        <a:lstStyle/>
        <a:p>
          <a:endParaRPr lang="en-US" b="1"/>
        </a:p>
      </dgm:t>
    </dgm:pt>
    <dgm:pt modelId="{92D246C1-5900-4CFE-9291-786E7F732653}" type="sibTrans" cxnId="{E296576D-8CDD-42AC-BD5E-C5BB8F5D70C0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54A237F4-1C95-42C2-8010-03E2CF6075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Report parsing system</a:t>
          </a:r>
          <a:endParaRPr lang="en-US" b="1"/>
        </a:p>
      </dgm:t>
    </dgm:pt>
    <dgm:pt modelId="{8E5A5EA9-233A-4742-97E5-7628581E26FE}" type="parTrans" cxnId="{E701EAE8-C37D-4D78-BF7D-3D5F6D2606B0}">
      <dgm:prSet/>
      <dgm:spPr/>
      <dgm:t>
        <a:bodyPr/>
        <a:lstStyle/>
        <a:p>
          <a:endParaRPr lang="en-US" b="1"/>
        </a:p>
      </dgm:t>
    </dgm:pt>
    <dgm:pt modelId="{6FF1B103-E923-4B36-982E-CBE51A31CF22}" type="sibTrans" cxnId="{E701EAE8-C37D-4D78-BF7D-3D5F6D2606B0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CE101516-7067-41A2-9629-92E1E9B773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Successfully deployed frontend + backend</a:t>
          </a:r>
          <a:endParaRPr lang="en-US" b="1"/>
        </a:p>
      </dgm:t>
    </dgm:pt>
    <dgm:pt modelId="{B7B0EA90-CF8F-4172-99DE-4F5807C3AC0F}" type="parTrans" cxnId="{DAE3578F-4D86-41AD-93F0-922D85A1BD2B}">
      <dgm:prSet/>
      <dgm:spPr/>
      <dgm:t>
        <a:bodyPr/>
        <a:lstStyle/>
        <a:p>
          <a:endParaRPr lang="en-US" b="1"/>
        </a:p>
      </dgm:t>
    </dgm:pt>
    <dgm:pt modelId="{B0DF9004-C23F-4DBF-83BB-9FCEF8385C5A}" type="sibTrans" cxnId="{DAE3578F-4D86-41AD-93F0-922D85A1BD2B}">
      <dgm:prSet/>
      <dgm:spPr/>
      <dgm:t>
        <a:bodyPr/>
        <a:lstStyle/>
        <a:p>
          <a:endParaRPr lang="en-US" b="1"/>
        </a:p>
      </dgm:t>
    </dgm:pt>
    <dgm:pt modelId="{BCA0E211-1175-4031-A9BC-2225903DCA9D}" type="pres">
      <dgm:prSet presAssocID="{D9A0E41E-28AB-4507-AE72-E3AEB1AEB5EC}" presName="root" presStyleCnt="0">
        <dgm:presLayoutVars>
          <dgm:dir/>
          <dgm:resizeHandles val="exact"/>
        </dgm:presLayoutVars>
      </dgm:prSet>
      <dgm:spPr/>
    </dgm:pt>
    <dgm:pt modelId="{72980CCC-9A88-451F-A434-966F02A146DF}" type="pres">
      <dgm:prSet presAssocID="{D9A0E41E-28AB-4507-AE72-E3AEB1AEB5EC}" presName="container" presStyleCnt="0">
        <dgm:presLayoutVars>
          <dgm:dir/>
          <dgm:resizeHandles val="exact"/>
        </dgm:presLayoutVars>
      </dgm:prSet>
      <dgm:spPr/>
    </dgm:pt>
    <dgm:pt modelId="{BB340573-CE1D-4593-915C-563CD344D47B}" type="pres">
      <dgm:prSet presAssocID="{500A4DE2-78C9-4CB0-BD49-3AB887340D30}" presName="compNode" presStyleCnt="0"/>
      <dgm:spPr/>
    </dgm:pt>
    <dgm:pt modelId="{1FCAE7D4-2004-4871-93B7-75C34BE30CBD}" type="pres">
      <dgm:prSet presAssocID="{500A4DE2-78C9-4CB0-BD49-3AB887340D30}" presName="iconBgRect" presStyleLbl="bgShp" presStyleIdx="0" presStyleCnt="6"/>
      <dgm:spPr/>
    </dgm:pt>
    <dgm:pt modelId="{FE95EA2C-86EC-48B4-A05B-6182BFBCFD37}" type="pres">
      <dgm:prSet presAssocID="{500A4DE2-78C9-4CB0-BD49-3AB887340D3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B284D49-AE00-4C10-AE12-2DEC0F76B110}" type="pres">
      <dgm:prSet presAssocID="{500A4DE2-78C9-4CB0-BD49-3AB887340D30}" presName="spaceRect" presStyleCnt="0"/>
      <dgm:spPr/>
    </dgm:pt>
    <dgm:pt modelId="{9105CBB7-61FC-4B1A-8024-6D0986527513}" type="pres">
      <dgm:prSet presAssocID="{500A4DE2-78C9-4CB0-BD49-3AB887340D30}" presName="textRect" presStyleLbl="revTx" presStyleIdx="0" presStyleCnt="6">
        <dgm:presLayoutVars>
          <dgm:chMax val="1"/>
          <dgm:chPref val="1"/>
        </dgm:presLayoutVars>
      </dgm:prSet>
      <dgm:spPr/>
    </dgm:pt>
    <dgm:pt modelId="{0174DC12-7BBC-4495-8C72-22A8588F4C52}" type="pres">
      <dgm:prSet presAssocID="{90B43657-1D00-43FB-95A7-95772F3397A9}" presName="sibTrans" presStyleLbl="sibTrans2D1" presStyleIdx="0" presStyleCnt="0"/>
      <dgm:spPr/>
    </dgm:pt>
    <dgm:pt modelId="{2DC5973A-E66F-4D5C-814A-C60BAE8DC1CE}" type="pres">
      <dgm:prSet presAssocID="{91CE3852-8918-45C3-BD60-C8F5BF0862E1}" presName="compNode" presStyleCnt="0"/>
      <dgm:spPr/>
    </dgm:pt>
    <dgm:pt modelId="{169D7CDD-B27B-4F96-8BE3-AF3884FEF23B}" type="pres">
      <dgm:prSet presAssocID="{91CE3852-8918-45C3-BD60-C8F5BF0862E1}" presName="iconBgRect" presStyleLbl="bgShp" presStyleIdx="1" presStyleCnt="6"/>
      <dgm:spPr/>
    </dgm:pt>
    <dgm:pt modelId="{FB9473BA-9B01-46B5-AB0F-7A915DA4F5FE}" type="pres">
      <dgm:prSet presAssocID="{91CE3852-8918-45C3-BD60-C8F5BF0862E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B9C9F6E-D550-49F2-99AC-000B579C05CC}" type="pres">
      <dgm:prSet presAssocID="{91CE3852-8918-45C3-BD60-C8F5BF0862E1}" presName="spaceRect" presStyleCnt="0"/>
      <dgm:spPr/>
    </dgm:pt>
    <dgm:pt modelId="{768E0682-3365-45F7-8228-749348824AB6}" type="pres">
      <dgm:prSet presAssocID="{91CE3852-8918-45C3-BD60-C8F5BF0862E1}" presName="textRect" presStyleLbl="revTx" presStyleIdx="1" presStyleCnt="6">
        <dgm:presLayoutVars>
          <dgm:chMax val="1"/>
          <dgm:chPref val="1"/>
        </dgm:presLayoutVars>
      </dgm:prSet>
      <dgm:spPr/>
    </dgm:pt>
    <dgm:pt modelId="{4F112966-012C-4657-86C8-B045639DFAB6}" type="pres">
      <dgm:prSet presAssocID="{4A7DEAFC-E5DE-466E-A05F-54446880A68A}" presName="sibTrans" presStyleLbl="sibTrans2D1" presStyleIdx="0" presStyleCnt="0"/>
      <dgm:spPr/>
    </dgm:pt>
    <dgm:pt modelId="{7F655218-82B2-44C0-A2C8-D2D853744F5C}" type="pres">
      <dgm:prSet presAssocID="{70DC33A4-1408-455F-B0A5-B67AD3391E2D}" presName="compNode" presStyleCnt="0"/>
      <dgm:spPr/>
    </dgm:pt>
    <dgm:pt modelId="{2A7872A4-432E-4C6E-8441-C04EB3E02850}" type="pres">
      <dgm:prSet presAssocID="{70DC33A4-1408-455F-B0A5-B67AD3391E2D}" presName="iconBgRect" presStyleLbl="bgShp" presStyleIdx="2" presStyleCnt="6"/>
      <dgm:spPr/>
    </dgm:pt>
    <dgm:pt modelId="{FDD3F25D-3A12-4844-B64B-3E9A2503C793}" type="pres">
      <dgm:prSet presAssocID="{70DC33A4-1408-455F-B0A5-B67AD3391E2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1082F42-7EF3-4BA6-BE31-67DB106821FF}" type="pres">
      <dgm:prSet presAssocID="{70DC33A4-1408-455F-B0A5-B67AD3391E2D}" presName="spaceRect" presStyleCnt="0"/>
      <dgm:spPr/>
    </dgm:pt>
    <dgm:pt modelId="{015B0A9E-7C42-40DA-92AB-CFB7B934619C}" type="pres">
      <dgm:prSet presAssocID="{70DC33A4-1408-455F-B0A5-B67AD3391E2D}" presName="textRect" presStyleLbl="revTx" presStyleIdx="2" presStyleCnt="6">
        <dgm:presLayoutVars>
          <dgm:chMax val="1"/>
          <dgm:chPref val="1"/>
        </dgm:presLayoutVars>
      </dgm:prSet>
      <dgm:spPr/>
    </dgm:pt>
    <dgm:pt modelId="{6D53E4D1-5939-4C40-A6CD-65374E6B02BA}" type="pres">
      <dgm:prSet presAssocID="{8EA1DD36-08CC-4451-AD34-765D56A0D9DC}" presName="sibTrans" presStyleLbl="sibTrans2D1" presStyleIdx="0" presStyleCnt="0"/>
      <dgm:spPr/>
    </dgm:pt>
    <dgm:pt modelId="{07A24622-8933-4B21-B866-F135041EBCDB}" type="pres">
      <dgm:prSet presAssocID="{82A65745-54C1-4383-8EE8-3B1D14ED621D}" presName="compNode" presStyleCnt="0"/>
      <dgm:spPr/>
    </dgm:pt>
    <dgm:pt modelId="{BF6CEA8A-1FC3-447E-8844-19A21C435236}" type="pres">
      <dgm:prSet presAssocID="{82A65745-54C1-4383-8EE8-3B1D14ED621D}" presName="iconBgRect" presStyleLbl="bgShp" presStyleIdx="3" presStyleCnt="6"/>
      <dgm:spPr/>
    </dgm:pt>
    <dgm:pt modelId="{5B7FFADE-A413-4181-9F8E-009DFD1B5F07}" type="pres">
      <dgm:prSet presAssocID="{82A65745-54C1-4383-8EE8-3B1D14ED621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BBE6D827-7E6B-411B-BE28-DE6CF835A1BD}" type="pres">
      <dgm:prSet presAssocID="{82A65745-54C1-4383-8EE8-3B1D14ED621D}" presName="spaceRect" presStyleCnt="0"/>
      <dgm:spPr/>
    </dgm:pt>
    <dgm:pt modelId="{986A4362-BF71-4C61-B94C-4183E8D4B0A3}" type="pres">
      <dgm:prSet presAssocID="{82A65745-54C1-4383-8EE8-3B1D14ED621D}" presName="textRect" presStyleLbl="revTx" presStyleIdx="3" presStyleCnt="6">
        <dgm:presLayoutVars>
          <dgm:chMax val="1"/>
          <dgm:chPref val="1"/>
        </dgm:presLayoutVars>
      </dgm:prSet>
      <dgm:spPr/>
    </dgm:pt>
    <dgm:pt modelId="{27254F9C-E9F1-4A6C-93BC-CAD9729BB53F}" type="pres">
      <dgm:prSet presAssocID="{92D246C1-5900-4CFE-9291-786E7F732653}" presName="sibTrans" presStyleLbl="sibTrans2D1" presStyleIdx="0" presStyleCnt="0"/>
      <dgm:spPr/>
    </dgm:pt>
    <dgm:pt modelId="{A9A6C3ED-4920-4FE0-A2F1-B3524DC38CF0}" type="pres">
      <dgm:prSet presAssocID="{54A237F4-1C95-42C2-8010-03E2CF607537}" presName="compNode" presStyleCnt="0"/>
      <dgm:spPr/>
    </dgm:pt>
    <dgm:pt modelId="{7E707139-3476-49FA-8918-72D585C4A3D7}" type="pres">
      <dgm:prSet presAssocID="{54A237F4-1C95-42C2-8010-03E2CF607537}" presName="iconBgRect" presStyleLbl="bgShp" presStyleIdx="4" presStyleCnt="6"/>
      <dgm:spPr/>
    </dgm:pt>
    <dgm:pt modelId="{5556F79C-080F-4570-A4F9-B12F5B46E833}" type="pres">
      <dgm:prSet presAssocID="{54A237F4-1C95-42C2-8010-03E2CF60753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55E880A-5F2A-4A83-A02C-2E719CA277F2}" type="pres">
      <dgm:prSet presAssocID="{54A237F4-1C95-42C2-8010-03E2CF607537}" presName="spaceRect" presStyleCnt="0"/>
      <dgm:spPr/>
    </dgm:pt>
    <dgm:pt modelId="{8C4C938D-B736-4DA6-A579-2637F84891C3}" type="pres">
      <dgm:prSet presAssocID="{54A237F4-1C95-42C2-8010-03E2CF607537}" presName="textRect" presStyleLbl="revTx" presStyleIdx="4" presStyleCnt="6">
        <dgm:presLayoutVars>
          <dgm:chMax val="1"/>
          <dgm:chPref val="1"/>
        </dgm:presLayoutVars>
      </dgm:prSet>
      <dgm:spPr/>
    </dgm:pt>
    <dgm:pt modelId="{FFD8E9FC-7E49-47D8-84A1-9611ED9586AA}" type="pres">
      <dgm:prSet presAssocID="{6FF1B103-E923-4B36-982E-CBE51A31CF22}" presName="sibTrans" presStyleLbl="sibTrans2D1" presStyleIdx="0" presStyleCnt="0"/>
      <dgm:spPr/>
    </dgm:pt>
    <dgm:pt modelId="{FF28D099-15A2-498C-9C79-F40324A9B4B5}" type="pres">
      <dgm:prSet presAssocID="{CE101516-7067-41A2-9629-92E1E9B773B3}" presName="compNode" presStyleCnt="0"/>
      <dgm:spPr/>
    </dgm:pt>
    <dgm:pt modelId="{C2DA9B32-F99B-42A6-8191-3397C098F7C4}" type="pres">
      <dgm:prSet presAssocID="{CE101516-7067-41A2-9629-92E1E9B773B3}" presName="iconBgRect" presStyleLbl="bgShp" presStyleIdx="5" presStyleCnt="6"/>
      <dgm:spPr/>
    </dgm:pt>
    <dgm:pt modelId="{13BE6B44-EEE8-4E49-827F-5A5F400200FB}" type="pres">
      <dgm:prSet presAssocID="{CE101516-7067-41A2-9629-92E1E9B773B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2D521BE-27F7-472D-A55D-1434683C5D0C}" type="pres">
      <dgm:prSet presAssocID="{CE101516-7067-41A2-9629-92E1E9B773B3}" presName="spaceRect" presStyleCnt="0"/>
      <dgm:spPr/>
    </dgm:pt>
    <dgm:pt modelId="{67C216B7-8BDC-412E-AFF7-2E38877BD783}" type="pres">
      <dgm:prSet presAssocID="{CE101516-7067-41A2-9629-92E1E9B773B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EB25C1D-7922-467B-AB3E-19932233B6BB}" type="presOf" srcId="{500A4DE2-78C9-4CB0-BD49-3AB887340D30}" destId="{9105CBB7-61FC-4B1A-8024-6D0986527513}" srcOrd="0" destOrd="0" presId="urn:microsoft.com/office/officeart/2018/2/layout/IconCircleList"/>
    <dgm:cxn modelId="{2718E323-0C92-4C5A-BC36-270BEADE94C5}" type="presOf" srcId="{90B43657-1D00-43FB-95A7-95772F3397A9}" destId="{0174DC12-7BBC-4495-8C72-22A8588F4C52}" srcOrd="0" destOrd="0" presId="urn:microsoft.com/office/officeart/2018/2/layout/IconCircleList"/>
    <dgm:cxn modelId="{5B792037-372F-4810-B9E6-4ED63FDB5344}" type="presOf" srcId="{4A7DEAFC-E5DE-466E-A05F-54446880A68A}" destId="{4F112966-012C-4657-86C8-B045639DFAB6}" srcOrd="0" destOrd="0" presId="urn:microsoft.com/office/officeart/2018/2/layout/IconCircleList"/>
    <dgm:cxn modelId="{EB8A0D4A-8A5F-4FCA-B7F3-438EE4E103FC}" type="presOf" srcId="{91CE3852-8918-45C3-BD60-C8F5BF0862E1}" destId="{768E0682-3365-45F7-8228-749348824AB6}" srcOrd="0" destOrd="0" presId="urn:microsoft.com/office/officeart/2018/2/layout/IconCircleList"/>
    <dgm:cxn modelId="{E296576D-8CDD-42AC-BD5E-C5BB8F5D70C0}" srcId="{D9A0E41E-28AB-4507-AE72-E3AEB1AEB5EC}" destId="{82A65745-54C1-4383-8EE8-3B1D14ED621D}" srcOrd="3" destOrd="0" parTransId="{9A7382F1-D70A-4301-AF3E-A9BFEBB6DB71}" sibTransId="{92D246C1-5900-4CFE-9291-786E7F732653}"/>
    <dgm:cxn modelId="{C0DDA550-B82B-49AF-A176-D5EBD137C9D7}" type="presOf" srcId="{82A65745-54C1-4383-8EE8-3B1D14ED621D}" destId="{986A4362-BF71-4C61-B94C-4183E8D4B0A3}" srcOrd="0" destOrd="0" presId="urn:microsoft.com/office/officeart/2018/2/layout/IconCircleList"/>
    <dgm:cxn modelId="{E2669A71-3EF1-4521-9FE5-4A179993D92F}" type="presOf" srcId="{D9A0E41E-28AB-4507-AE72-E3AEB1AEB5EC}" destId="{BCA0E211-1175-4031-A9BC-2225903DCA9D}" srcOrd="0" destOrd="0" presId="urn:microsoft.com/office/officeart/2018/2/layout/IconCircleList"/>
    <dgm:cxn modelId="{40961A83-B5E1-4146-8530-6CF2803D3862}" type="presOf" srcId="{6FF1B103-E923-4B36-982E-CBE51A31CF22}" destId="{FFD8E9FC-7E49-47D8-84A1-9611ED9586AA}" srcOrd="0" destOrd="0" presId="urn:microsoft.com/office/officeart/2018/2/layout/IconCircleList"/>
    <dgm:cxn modelId="{92AE638D-9285-40B7-A790-F757F538E3EE}" type="presOf" srcId="{92D246C1-5900-4CFE-9291-786E7F732653}" destId="{27254F9C-E9F1-4A6C-93BC-CAD9729BB53F}" srcOrd="0" destOrd="0" presId="urn:microsoft.com/office/officeart/2018/2/layout/IconCircleList"/>
    <dgm:cxn modelId="{DAE3578F-4D86-41AD-93F0-922D85A1BD2B}" srcId="{D9A0E41E-28AB-4507-AE72-E3AEB1AEB5EC}" destId="{CE101516-7067-41A2-9629-92E1E9B773B3}" srcOrd="5" destOrd="0" parTransId="{B7B0EA90-CF8F-4172-99DE-4F5807C3AC0F}" sibTransId="{B0DF9004-C23F-4DBF-83BB-9FCEF8385C5A}"/>
    <dgm:cxn modelId="{D0BD0692-B0A3-4E71-A2F3-EBCB38C52F3F}" type="presOf" srcId="{CE101516-7067-41A2-9629-92E1E9B773B3}" destId="{67C216B7-8BDC-412E-AFF7-2E38877BD783}" srcOrd="0" destOrd="0" presId="urn:microsoft.com/office/officeart/2018/2/layout/IconCircleList"/>
    <dgm:cxn modelId="{7E011B93-5690-410E-B382-B240D9DB52AB}" srcId="{D9A0E41E-28AB-4507-AE72-E3AEB1AEB5EC}" destId="{500A4DE2-78C9-4CB0-BD49-3AB887340D30}" srcOrd="0" destOrd="0" parTransId="{CFC4487C-BFB6-42BA-ADED-F85A3AEBE2B8}" sibTransId="{90B43657-1D00-43FB-95A7-95772F3397A9}"/>
    <dgm:cxn modelId="{A51542A7-5B13-41B5-AFC9-DE87152704C1}" type="presOf" srcId="{70DC33A4-1408-455F-B0A5-B67AD3391E2D}" destId="{015B0A9E-7C42-40DA-92AB-CFB7B934619C}" srcOrd="0" destOrd="0" presId="urn:microsoft.com/office/officeart/2018/2/layout/IconCircleList"/>
    <dgm:cxn modelId="{E701EAE8-C37D-4D78-BF7D-3D5F6D2606B0}" srcId="{D9A0E41E-28AB-4507-AE72-E3AEB1AEB5EC}" destId="{54A237F4-1C95-42C2-8010-03E2CF607537}" srcOrd="4" destOrd="0" parTransId="{8E5A5EA9-233A-4742-97E5-7628581E26FE}" sibTransId="{6FF1B103-E923-4B36-982E-CBE51A31CF22}"/>
    <dgm:cxn modelId="{E8332BEE-4EA6-4A0C-B1B5-9BD22F7367B4}" srcId="{D9A0E41E-28AB-4507-AE72-E3AEB1AEB5EC}" destId="{70DC33A4-1408-455F-B0A5-B67AD3391E2D}" srcOrd="2" destOrd="0" parTransId="{59F3E481-14E7-41D5-A9E3-814E7AC642DB}" sibTransId="{8EA1DD36-08CC-4451-AD34-765D56A0D9DC}"/>
    <dgm:cxn modelId="{A53972F2-C7B4-4AC0-A94F-944797D32467}" srcId="{D9A0E41E-28AB-4507-AE72-E3AEB1AEB5EC}" destId="{91CE3852-8918-45C3-BD60-C8F5BF0862E1}" srcOrd="1" destOrd="0" parTransId="{536E3011-03F7-474B-BE1A-29A74352EA71}" sibTransId="{4A7DEAFC-E5DE-466E-A05F-54446880A68A}"/>
    <dgm:cxn modelId="{7C7B79FA-CBE2-47F2-B363-DAC499812503}" type="presOf" srcId="{54A237F4-1C95-42C2-8010-03E2CF607537}" destId="{8C4C938D-B736-4DA6-A579-2637F84891C3}" srcOrd="0" destOrd="0" presId="urn:microsoft.com/office/officeart/2018/2/layout/IconCircleList"/>
    <dgm:cxn modelId="{614EE5FE-1981-4D42-9CED-862BDDCC89F3}" type="presOf" srcId="{8EA1DD36-08CC-4451-AD34-765D56A0D9DC}" destId="{6D53E4D1-5939-4C40-A6CD-65374E6B02BA}" srcOrd="0" destOrd="0" presId="urn:microsoft.com/office/officeart/2018/2/layout/IconCircleList"/>
    <dgm:cxn modelId="{15D2D537-FAB6-49F8-9760-BC3CD2DF1A5A}" type="presParOf" srcId="{BCA0E211-1175-4031-A9BC-2225903DCA9D}" destId="{72980CCC-9A88-451F-A434-966F02A146DF}" srcOrd="0" destOrd="0" presId="urn:microsoft.com/office/officeart/2018/2/layout/IconCircleList"/>
    <dgm:cxn modelId="{E33C7B76-97B8-45E3-A11C-C23ECEF90877}" type="presParOf" srcId="{72980CCC-9A88-451F-A434-966F02A146DF}" destId="{BB340573-CE1D-4593-915C-563CD344D47B}" srcOrd="0" destOrd="0" presId="urn:microsoft.com/office/officeart/2018/2/layout/IconCircleList"/>
    <dgm:cxn modelId="{5A711447-8BDF-4BD8-82A2-8AD446D5B434}" type="presParOf" srcId="{BB340573-CE1D-4593-915C-563CD344D47B}" destId="{1FCAE7D4-2004-4871-93B7-75C34BE30CBD}" srcOrd="0" destOrd="0" presId="urn:microsoft.com/office/officeart/2018/2/layout/IconCircleList"/>
    <dgm:cxn modelId="{26E18FC4-C4DB-4BF7-A68B-DA20A9A39BA9}" type="presParOf" srcId="{BB340573-CE1D-4593-915C-563CD344D47B}" destId="{FE95EA2C-86EC-48B4-A05B-6182BFBCFD37}" srcOrd="1" destOrd="0" presId="urn:microsoft.com/office/officeart/2018/2/layout/IconCircleList"/>
    <dgm:cxn modelId="{E47D2CC4-7A92-4356-87ED-F04B2F98850F}" type="presParOf" srcId="{BB340573-CE1D-4593-915C-563CD344D47B}" destId="{CB284D49-AE00-4C10-AE12-2DEC0F76B110}" srcOrd="2" destOrd="0" presId="urn:microsoft.com/office/officeart/2018/2/layout/IconCircleList"/>
    <dgm:cxn modelId="{F36813FF-3315-44E0-956E-1CAC7000456F}" type="presParOf" srcId="{BB340573-CE1D-4593-915C-563CD344D47B}" destId="{9105CBB7-61FC-4B1A-8024-6D0986527513}" srcOrd="3" destOrd="0" presId="urn:microsoft.com/office/officeart/2018/2/layout/IconCircleList"/>
    <dgm:cxn modelId="{58CB6143-CF76-4C9F-A46A-E198062E8A6E}" type="presParOf" srcId="{72980CCC-9A88-451F-A434-966F02A146DF}" destId="{0174DC12-7BBC-4495-8C72-22A8588F4C52}" srcOrd="1" destOrd="0" presId="urn:microsoft.com/office/officeart/2018/2/layout/IconCircleList"/>
    <dgm:cxn modelId="{20CDB449-EEF9-4523-AE5E-32F1E283EE1D}" type="presParOf" srcId="{72980CCC-9A88-451F-A434-966F02A146DF}" destId="{2DC5973A-E66F-4D5C-814A-C60BAE8DC1CE}" srcOrd="2" destOrd="0" presId="urn:microsoft.com/office/officeart/2018/2/layout/IconCircleList"/>
    <dgm:cxn modelId="{813365FC-5B59-40CC-A80B-4AF62F38A8B5}" type="presParOf" srcId="{2DC5973A-E66F-4D5C-814A-C60BAE8DC1CE}" destId="{169D7CDD-B27B-4F96-8BE3-AF3884FEF23B}" srcOrd="0" destOrd="0" presId="urn:microsoft.com/office/officeart/2018/2/layout/IconCircleList"/>
    <dgm:cxn modelId="{A8F9B1D4-A4D2-453B-AEA8-9A75B6BB129D}" type="presParOf" srcId="{2DC5973A-E66F-4D5C-814A-C60BAE8DC1CE}" destId="{FB9473BA-9B01-46B5-AB0F-7A915DA4F5FE}" srcOrd="1" destOrd="0" presId="urn:microsoft.com/office/officeart/2018/2/layout/IconCircleList"/>
    <dgm:cxn modelId="{4A49FBF7-F04E-49BB-B500-AB85325DA31A}" type="presParOf" srcId="{2DC5973A-E66F-4D5C-814A-C60BAE8DC1CE}" destId="{9B9C9F6E-D550-49F2-99AC-000B579C05CC}" srcOrd="2" destOrd="0" presId="urn:microsoft.com/office/officeart/2018/2/layout/IconCircleList"/>
    <dgm:cxn modelId="{2439D58E-FAF0-462B-B199-FEC56363C969}" type="presParOf" srcId="{2DC5973A-E66F-4D5C-814A-C60BAE8DC1CE}" destId="{768E0682-3365-45F7-8228-749348824AB6}" srcOrd="3" destOrd="0" presId="urn:microsoft.com/office/officeart/2018/2/layout/IconCircleList"/>
    <dgm:cxn modelId="{0B0267DA-CE68-4690-999C-A6E5C792A856}" type="presParOf" srcId="{72980CCC-9A88-451F-A434-966F02A146DF}" destId="{4F112966-012C-4657-86C8-B045639DFAB6}" srcOrd="3" destOrd="0" presId="urn:microsoft.com/office/officeart/2018/2/layout/IconCircleList"/>
    <dgm:cxn modelId="{AC71EE22-FBE3-4033-BA2C-7A0751D788BB}" type="presParOf" srcId="{72980CCC-9A88-451F-A434-966F02A146DF}" destId="{7F655218-82B2-44C0-A2C8-D2D853744F5C}" srcOrd="4" destOrd="0" presId="urn:microsoft.com/office/officeart/2018/2/layout/IconCircleList"/>
    <dgm:cxn modelId="{05150F00-72D8-4B3B-BBCF-BD4A92C6E4F9}" type="presParOf" srcId="{7F655218-82B2-44C0-A2C8-D2D853744F5C}" destId="{2A7872A4-432E-4C6E-8441-C04EB3E02850}" srcOrd="0" destOrd="0" presId="urn:microsoft.com/office/officeart/2018/2/layout/IconCircleList"/>
    <dgm:cxn modelId="{B51F6CB8-9D28-4BBB-9547-7751D11F9273}" type="presParOf" srcId="{7F655218-82B2-44C0-A2C8-D2D853744F5C}" destId="{FDD3F25D-3A12-4844-B64B-3E9A2503C793}" srcOrd="1" destOrd="0" presId="urn:microsoft.com/office/officeart/2018/2/layout/IconCircleList"/>
    <dgm:cxn modelId="{4C4F5795-3793-4738-8095-5D2D8DE0B874}" type="presParOf" srcId="{7F655218-82B2-44C0-A2C8-D2D853744F5C}" destId="{71082F42-7EF3-4BA6-BE31-67DB106821FF}" srcOrd="2" destOrd="0" presId="urn:microsoft.com/office/officeart/2018/2/layout/IconCircleList"/>
    <dgm:cxn modelId="{0FC687A4-F00E-4193-894E-1A4725474571}" type="presParOf" srcId="{7F655218-82B2-44C0-A2C8-D2D853744F5C}" destId="{015B0A9E-7C42-40DA-92AB-CFB7B934619C}" srcOrd="3" destOrd="0" presId="urn:microsoft.com/office/officeart/2018/2/layout/IconCircleList"/>
    <dgm:cxn modelId="{1E8800A0-004B-4FE4-811B-CE517E21C202}" type="presParOf" srcId="{72980CCC-9A88-451F-A434-966F02A146DF}" destId="{6D53E4D1-5939-4C40-A6CD-65374E6B02BA}" srcOrd="5" destOrd="0" presId="urn:microsoft.com/office/officeart/2018/2/layout/IconCircleList"/>
    <dgm:cxn modelId="{DBA6A098-DD90-465D-9511-2C1C223E399B}" type="presParOf" srcId="{72980CCC-9A88-451F-A434-966F02A146DF}" destId="{07A24622-8933-4B21-B866-F135041EBCDB}" srcOrd="6" destOrd="0" presId="urn:microsoft.com/office/officeart/2018/2/layout/IconCircleList"/>
    <dgm:cxn modelId="{2FE8D50F-6578-4698-87B5-6BFA67920636}" type="presParOf" srcId="{07A24622-8933-4B21-B866-F135041EBCDB}" destId="{BF6CEA8A-1FC3-447E-8844-19A21C435236}" srcOrd="0" destOrd="0" presId="urn:microsoft.com/office/officeart/2018/2/layout/IconCircleList"/>
    <dgm:cxn modelId="{A29A6779-6D58-4EFD-8733-6B5EDA89F34D}" type="presParOf" srcId="{07A24622-8933-4B21-B866-F135041EBCDB}" destId="{5B7FFADE-A413-4181-9F8E-009DFD1B5F07}" srcOrd="1" destOrd="0" presId="urn:microsoft.com/office/officeart/2018/2/layout/IconCircleList"/>
    <dgm:cxn modelId="{DA03DB12-B9C8-46A6-80F7-8B657E7A9AE6}" type="presParOf" srcId="{07A24622-8933-4B21-B866-F135041EBCDB}" destId="{BBE6D827-7E6B-411B-BE28-DE6CF835A1BD}" srcOrd="2" destOrd="0" presId="urn:microsoft.com/office/officeart/2018/2/layout/IconCircleList"/>
    <dgm:cxn modelId="{7F2737ED-A8C2-4F63-AE1A-1E7C4E7FE852}" type="presParOf" srcId="{07A24622-8933-4B21-B866-F135041EBCDB}" destId="{986A4362-BF71-4C61-B94C-4183E8D4B0A3}" srcOrd="3" destOrd="0" presId="urn:microsoft.com/office/officeart/2018/2/layout/IconCircleList"/>
    <dgm:cxn modelId="{72BE0D77-5BF7-44A0-BA2E-2E26389FC2B0}" type="presParOf" srcId="{72980CCC-9A88-451F-A434-966F02A146DF}" destId="{27254F9C-E9F1-4A6C-93BC-CAD9729BB53F}" srcOrd="7" destOrd="0" presId="urn:microsoft.com/office/officeart/2018/2/layout/IconCircleList"/>
    <dgm:cxn modelId="{EF3D2E4D-D339-40D2-853B-2F4BC0A8A608}" type="presParOf" srcId="{72980CCC-9A88-451F-A434-966F02A146DF}" destId="{A9A6C3ED-4920-4FE0-A2F1-B3524DC38CF0}" srcOrd="8" destOrd="0" presId="urn:microsoft.com/office/officeart/2018/2/layout/IconCircleList"/>
    <dgm:cxn modelId="{34CEA005-5DC2-4F6C-BEB3-CCCC8A3D643B}" type="presParOf" srcId="{A9A6C3ED-4920-4FE0-A2F1-B3524DC38CF0}" destId="{7E707139-3476-49FA-8918-72D585C4A3D7}" srcOrd="0" destOrd="0" presId="urn:microsoft.com/office/officeart/2018/2/layout/IconCircleList"/>
    <dgm:cxn modelId="{33EEB447-7421-4DDC-9096-CB8F45C0EE87}" type="presParOf" srcId="{A9A6C3ED-4920-4FE0-A2F1-B3524DC38CF0}" destId="{5556F79C-080F-4570-A4F9-B12F5B46E833}" srcOrd="1" destOrd="0" presId="urn:microsoft.com/office/officeart/2018/2/layout/IconCircleList"/>
    <dgm:cxn modelId="{77B25320-9B38-4191-ACFF-71849DDFCA1F}" type="presParOf" srcId="{A9A6C3ED-4920-4FE0-A2F1-B3524DC38CF0}" destId="{555E880A-5F2A-4A83-A02C-2E719CA277F2}" srcOrd="2" destOrd="0" presId="urn:microsoft.com/office/officeart/2018/2/layout/IconCircleList"/>
    <dgm:cxn modelId="{EFBCD3D9-3558-4107-92F3-F97578C7A3AC}" type="presParOf" srcId="{A9A6C3ED-4920-4FE0-A2F1-B3524DC38CF0}" destId="{8C4C938D-B736-4DA6-A579-2637F84891C3}" srcOrd="3" destOrd="0" presId="urn:microsoft.com/office/officeart/2018/2/layout/IconCircleList"/>
    <dgm:cxn modelId="{2226CD5E-B3B9-4CCF-8713-AEE449D5A74C}" type="presParOf" srcId="{72980CCC-9A88-451F-A434-966F02A146DF}" destId="{FFD8E9FC-7E49-47D8-84A1-9611ED9586AA}" srcOrd="9" destOrd="0" presId="urn:microsoft.com/office/officeart/2018/2/layout/IconCircleList"/>
    <dgm:cxn modelId="{B5B99B1D-8179-4913-BA41-54A9E09C5481}" type="presParOf" srcId="{72980CCC-9A88-451F-A434-966F02A146DF}" destId="{FF28D099-15A2-498C-9C79-F40324A9B4B5}" srcOrd="10" destOrd="0" presId="urn:microsoft.com/office/officeart/2018/2/layout/IconCircleList"/>
    <dgm:cxn modelId="{C2D6CF11-09F6-4FD3-8202-F9D2E6DB8ADE}" type="presParOf" srcId="{FF28D099-15A2-498C-9C79-F40324A9B4B5}" destId="{C2DA9B32-F99B-42A6-8191-3397C098F7C4}" srcOrd="0" destOrd="0" presId="urn:microsoft.com/office/officeart/2018/2/layout/IconCircleList"/>
    <dgm:cxn modelId="{8B2F8507-F740-4F6D-BCE7-083FD3AC6082}" type="presParOf" srcId="{FF28D099-15A2-498C-9C79-F40324A9B4B5}" destId="{13BE6B44-EEE8-4E49-827F-5A5F400200FB}" srcOrd="1" destOrd="0" presId="urn:microsoft.com/office/officeart/2018/2/layout/IconCircleList"/>
    <dgm:cxn modelId="{005C8957-A39F-46C4-9199-15D3D5DFA6AB}" type="presParOf" srcId="{FF28D099-15A2-498C-9C79-F40324A9B4B5}" destId="{B2D521BE-27F7-472D-A55D-1434683C5D0C}" srcOrd="2" destOrd="0" presId="urn:microsoft.com/office/officeart/2018/2/layout/IconCircleList"/>
    <dgm:cxn modelId="{710AD5F9-B971-4BBF-9ECD-F873AD55E4D3}" type="presParOf" srcId="{FF28D099-15A2-498C-9C79-F40324A9B4B5}" destId="{67C216B7-8BDC-412E-AFF7-2E38877BD78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B6694-F8D2-4E8B-99FB-A9D72307A264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0CF91-9FC2-4717-9DE1-36B4F4A8CFBE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D3ADF-C0CD-4DC1-A8E2-A4937F2CEF6B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just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This project is a web-based AI companion designed to support both mental wellness and physical fitness.</a:t>
          </a:r>
        </a:p>
      </dsp:txBody>
      <dsp:txXfrm>
        <a:off x="1405898" y="2401"/>
        <a:ext cx="5543541" cy="1217228"/>
      </dsp:txXfrm>
    </dsp:sp>
    <dsp:sp modelId="{131EAD20-4B28-4E5B-96D4-6AEE27C8C71C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F9A8C-CB8D-48C7-A9E8-1264B558958C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6F5B7-69AB-4E91-8ED6-7F2F236E3012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just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Users can share their mood, stress level, or daily feelings, and the system responds with supportive messages, mindfulness tips, and simple coping strategies.</a:t>
          </a:r>
        </a:p>
      </dsp:txBody>
      <dsp:txXfrm>
        <a:off x="1405898" y="1523937"/>
        <a:ext cx="5543541" cy="1217228"/>
      </dsp:txXfrm>
    </dsp:sp>
    <dsp:sp modelId="{2616AD3C-6DA8-41EC-8363-B7FD4491A038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900DF-314C-41BD-A51F-071BCFFE1DB8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403F1-3E45-4B61-A0A9-E0DED598C496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just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At the same time, the AI generates personalized workout and activity plans based on the user’s age, goals, and daily routine.</a:t>
          </a:r>
        </a:p>
      </dsp:txBody>
      <dsp:txXfrm>
        <a:off x="1405898" y="3045472"/>
        <a:ext cx="5543541" cy="1217228"/>
      </dsp:txXfrm>
    </dsp:sp>
    <dsp:sp modelId="{D5E4FC38-3055-4797-8606-3ADF4D14CAE8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C3F8C-E258-4064-B019-FA0BD408E15C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C58F6-6C09-4E61-90BD-742AA58280DD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just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entire system focuses on non-medical, safe, wellness-oriented guidance, presented in a clean and easy-to-use web interface.</a:t>
          </a:r>
        </a:p>
      </dsp:txBody>
      <dsp:txXfrm>
        <a:off x="1405898" y="4567007"/>
        <a:ext cx="5543541" cy="121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1FF886-18A0-42F0-9573-B36E797CEF4A}">
      <dsp:nvSpPr>
        <dsp:cNvPr id="0" name=""/>
        <dsp:cNvSpPr/>
      </dsp:nvSpPr>
      <dsp:spPr>
        <a:xfrm>
          <a:off x="0" y="3725"/>
          <a:ext cx="7536203" cy="7935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93A6FB-E0F4-4A1E-AAF9-CD36ED7DE1D3}">
      <dsp:nvSpPr>
        <dsp:cNvPr id="0" name=""/>
        <dsp:cNvSpPr/>
      </dsp:nvSpPr>
      <dsp:spPr>
        <a:xfrm>
          <a:off x="240052" y="182276"/>
          <a:ext cx="436458" cy="4364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F70F0-CA68-4B2E-A906-23645882D0B0}">
      <dsp:nvSpPr>
        <dsp:cNvPr id="0" name=""/>
        <dsp:cNvSpPr/>
      </dsp:nvSpPr>
      <dsp:spPr>
        <a:xfrm>
          <a:off x="916562" y="3725"/>
          <a:ext cx="6619640" cy="793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5" tIns="83985" rIns="83985" bIns="8398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Muhammad Junaid Nazar (Team Lead):</a:t>
          </a:r>
          <a:r>
            <a:rPr lang="en-GB" sz="1400" kern="1200" dirty="0"/>
            <a:t> Web development (React + Vite), Backend (</a:t>
          </a:r>
          <a:r>
            <a:rPr lang="en-GB" sz="1400" kern="1200" dirty="0" err="1"/>
            <a:t>FastAPI</a:t>
          </a:r>
          <a:r>
            <a:rPr lang="en-GB" sz="1400" kern="1200" dirty="0"/>
            <a:t> integration), deployment-ready setup, slides, and final hackathon presentation.</a:t>
          </a:r>
          <a:endParaRPr lang="en-US" sz="1400" kern="1200" dirty="0"/>
        </a:p>
      </dsp:txBody>
      <dsp:txXfrm>
        <a:off x="916562" y="3725"/>
        <a:ext cx="6619640" cy="793560"/>
      </dsp:txXfrm>
    </dsp:sp>
    <dsp:sp modelId="{9D79EC4B-6479-4946-87BD-F7A0CC28EBCB}">
      <dsp:nvSpPr>
        <dsp:cNvPr id="0" name=""/>
        <dsp:cNvSpPr/>
      </dsp:nvSpPr>
      <dsp:spPr>
        <a:xfrm>
          <a:off x="0" y="995676"/>
          <a:ext cx="7536203" cy="7935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A3BF4-4797-445C-BE38-9FF5A9395DF7}">
      <dsp:nvSpPr>
        <dsp:cNvPr id="0" name=""/>
        <dsp:cNvSpPr/>
      </dsp:nvSpPr>
      <dsp:spPr>
        <a:xfrm>
          <a:off x="240052" y="1174227"/>
          <a:ext cx="436458" cy="4364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BF9A1-C89D-47F7-8D8E-E1ACE0FCEA7D}">
      <dsp:nvSpPr>
        <dsp:cNvPr id="0" name=""/>
        <dsp:cNvSpPr/>
      </dsp:nvSpPr>
      <dsp:spPr>
        <a:xfrm>
          <a:off x="916562" y="995676"/>
          <a:ext cx="6619640" cy="793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5" tIns="83985" rIns="83985" bIns="8398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Dr. Ammar Masood:</a:t>
          </a:r>
          <a:r>
            <a:rPr lang="en-GB" sz="1400" kern="1200" dirty="0"/>
            <a:t> Fitness plans &amp; workout routines (weight loss, muscle, general fitness, flexibility)</a:t>
          </a:r>
          <a:endParaRPr lang="en-US" sz="1400" kern="1200" dirty="0"/>
        </a:p>
      </dsp:txBody>
      <dsp:txXfrm>
        <a:off x="916562" y="995676"/>
        <a:ext cx="6619640" cy="793560"/>
      </dsp:txXfrm>
    </dsp:sp>
    <dsp:sp modelId="{AFE2B479-4392-4AC0-9899-76C2385AB938}">
      <dsp:nvSpPr>
        <dsp:cNvPr id="0" name=""/>
        <dsp:cNvSpPr/>
      </dsp:nvSpPr>
      <dsp:spPr>
        <a:xfrm>
          <a:off x="0" y="1987626"/>
          <a:ext cx="7536203" cy="7935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3AE24-3FC9-4555-B036-70FE2B8CED00}">
      <dsp:nvSpPr>
        <dsp:cNvPr id="0" name=""/>
        <dsp:cNvSpPr/>
      </dsp:nvSpPr>
      <dsp:spPr>
        <a:xfrm>
          <a:off x="240052" y="2166177"/>
          <a:ext cx="436458" cy="4364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297C3-386E-448F-A154-B52AFEB6BB23}">
      <dsp:nvSpPr>
        <dsp:cNvPr id="0" name=""/>
        <dsp:cNvSpPr/>
      </dsp:nvSpPr>
      <dsp:spPr>
        <a:xfrm>
          <a:off x="916562" y="1987626"/>
          <a:ext cx="6619640" cy="793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5" tIns="83985" rIns="83985" bIns="8398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Ms. Noor Fatima Mir:</a:t>
          </a:r>
          <a:r>
            <a:rPr lang="en-GB" sz="1400" kern="1200"/>
            <a:t> Mental wellness mood mapping, supportive messages, prompt engineering.</a:t>
          </a:r>
          <a:endParaRPr lang="en-US" sz="1400" kern="1200"/>
        </a:p>
      </dsp:txBody>
      <dsp:txXfrm>
        <a:off x="916562" y="1987626"/>
        <a:ext cx="6619640" cy="793560"/>
      </dsp:txXfrm>
    </dsp:sp>
    <dsp:sp modelId="{A162AE7B-F421-4AE5-B6F6-0AE3F7463668}">
      <dsp:nvSpPr>
        <dsp:cNvPr id="0" name=""/>
        <dsp:cNvSpPr/>
      </dsp:nvSpPr>
      <dsp:spPr>
        <a:xfrm>
          <a:off x="0" y="2979577"/>
          <a:ext cx="7536203" cy="7935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D154B-2B3B-4784-AEDF-D0C6932E1F28}">
      <dsp:nvSpPr>
        <dsp:cNvPr id="0" name=""/>
        <dsp:cNvSpPr/>
      </dsp:nvSpPr>
      <dsp:spPr>
        <a:xfrm>
          <a:off x="240052" y="3158128"/>
          <a:ext cx="436458" cy="4364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F519D-8295-4FE8-BE14-D22D256CD8FB}">
      <dsp:nvSpPr>
        <dsp:cNvPr id="0" name=""/>
        <dsp:cNvSpPr/>
      </dsp:nvSpPr>
      <dsp:spPr>
        <a:xfrm>
          <a:off x="916562" y="2979577"/>
          <a:ext cx="6619640" cy="793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5" tIns="83985" rIns="83985" bIns="8398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Ms. Zainab:</a:t>
          </a:r>
          <a:r>
            <a:rPr lang="en-GB" sz="1400" kern="1200"/>
            <a:t> Mindfulness &amp; stress relief techniques (breathing, grounding, relaxation flows).</a:t>
          </a:r>
          <a:endParaRPr lang="en-US" sz="1400" kern="1200"/>
        </a:p>
      </dsp:txBody>
      <dsp:txXfrm>
        <a:off x="916562" y="2979577"/>
        <a:ext cx="6619640" cy="793560"/>
      </dsp:txXfrm>
    </dsp:sp>
    <dsp:sp modelId="{0CB34CFE-C729-490E-A2CA-29618657016F}">
      <dsp:nvSpPr>
        <dsp:cNvPr id="0" name=""/>
        <dsp:cNvSpPr/>
      </dsp:nvSpPr>
      <dsp:spPr>
        <a:xfrm>
          <a:off x="0" y="3971527"/>
          <a:ext cx="7536203" cy="7935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E52782-8BAE-43C0-AE33-F6D8ACD9803B}">
      <dsp:nvSpPr>
        <dsp:cNvPr id="0" name=""/>
        <dsp:cNvSpPr/>
      </dsp:nvSpPr>
      <dsp:spPr>
        <a:xfrm>
          <a:off x="240052" y="4150079"/>
          <a:ext cx="436458" cy="4364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B97E6-7F07-4A09-9EBE-3B5E85C51EE1}">
      <dsp:nvSpPr>
        <dsp:cNvPr id="0" name=""/>
        <dsp:cNvSpPr/>
      </dsp:nvSpPr>
      <dsp:spPr>
        <a:xfrm>
          <a:off x="916562" y="3971527"/>
          <a:ext cx="6619640" cy="793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5" tIns="83985" rIns="83985" bIns="8398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Ms. Zunaira Sajjad:</a:t>
          </a:r>
          <a:r>
            <a:rPr lang="en-GB" sz="1400" kern="1200" dirty="0"/>
            <a:t> Journaling prompts and mental health tips for each mood.</a:t>
          </a:r>
          <a:endParaRPr lang="en-US" sz="1400" kern="1200" dirty="0"/>
        </a:p>
      </dsp:txBody>
      <dsp:txXfrm>
        <a:off x="916562" y="3971527"/>
        <a:ext cx="6619640" cy="793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A5D54-05F3-4B32-86AC-6C255223B462}">
      <dsp:nvSpPr>
        <dsp:cNvPr id="0" name=""/>
        <dsp:cNvSpPr/>
      </dsp:nvSpPr>
      <dsp:spPr>
        <a:xfrm>
          <a:off x="0" y="41398"/>
          <a:ext cx="6949440" cy="1352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just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Stress, burnout, lifestyle imbalance</a:t>
          </a:r>
          <a:endParaRPr lang="en-US" sz="3400" kern="1200"/>
        </a:p>
      </dsp:txBody>
      <dsp:txXfrm>
        <a:off x="66025" y="107423"/>
        <a:ext cx="6817390" cy="1220470"/>
      </dsp:txXfrm>
    </dsp:sp>
    <dsp:sp modelId="{C900D8F3-C7BF-43C2-9D49-30881CF7830E}">
      <dsp:nvSpPr>
        <dsp:cNvPr id="0" name=""/>
        <dsp:cNvSpPr/>
      </dsp:nvSpPr>
      <dsp:spPr>
        <a:xfrm>
          <a:off x="0" y="1491838"/>
          <a:ext cx="6949440" cy="1352520"/>
        </a:xfrm>
        <a:prstGeom prst="roundRect">
          <a:avLst/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just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Mental wellness needs support</a:t>
          </a:r>
          <a:endParaRPr lang="en-US" sz="3400" kern="1200"/>
        </a:p>
      </dsp:txBody>
      <dsp:txXfrm>
        <a:off x="66025" y="1557863"/>
        <a:ext cx="6817390" cy="1220470"/>
      </dsp:txXfrm>
    </dsp:sp>
    <dsp:sp modelId="{F64E024C-7782-412D-883B-D4F55CD505BA}">
      <dsp:nvSpPr>
        <dsp:cNvPr id="0" name=""/>
        <dsp:cNvSpPr/>
      </dsp:nvSpPr>
      <dsp:spPr>
        <a:xfrm>
          <a:off x="0" y="2942278"/>
          <a:ext cx="6949440" cy="1352520"/>
        </a:xfrm>
        <a:prstGeom prst="roundRect">
          <a:avLst/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just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Fitness plans often confusing or unsafe</a:t>
          </a:r>
          <a:endParaRPr lang="en-US" sz="3400" kern="1200"/>
        </a:p>
      </dsp:txBody>
      <dsp:txXfrm>
        <a:off x="66025" y="3008303"/>
        <a:ext cx="6817390" cy="1220470"/>
      </dsp:txXfrm>
    </dsp:sp>
    <dsp:sp modelId="{26E37405-3931-4B65-86A2-3C7C6DA2216F}">
      <dsp:nvSpPr>
        <dsp:cNvPr id="0" name=""/>
        <dsp:cNvSpPr/>
      </dsp:nvSpPr>
      <dsp:spPr>
        <a:xfrm>
          <a:off x="0" y="4392719"/>
          <a:ext cx="6949440" cy="1352520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just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Need for simple, safe, non-medical AI companion</a:t>
          </a:r>
          <a:endParaRPr lang="en-US" sz="3400" kern="1200"/>
        </a:p>
      </dsp:txBody>
      <dsp:txXfrm>
        <a:off x="66025" y="4458744"/>
        <a:ext cx="6817390" cy="12204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C1051-2263-49B1-97A7-35D523C8030F}">
      <dsp:nvSpPr>
        <dsp:cNvPr id="0" name=""/>
        <dsp:cNvSpPr/>
      </dsp:nvSpPr>
      <dsp:spPr>
        <a:xfrm>
          <a:off x="837518" y="130715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7ACB8-FC17-44EE-AAAE-C29911DDCE89}">
      <dsp:nvSpPr>
        <dsp:cNvPr id="0" name=""/>
        <dsp:cNvSpPr/>
      </dsp:nvSpPr>
      <dsp:spPr>
        <a:xfrm>
          <a:off x="342518" y="23871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Mood-based emotional support</a:t>
          </a:r>
          <a:endParaRPr lang="en-US" sz="1600" b="1" kern="1200" dirty="0"/>
        </a:p>
      </dsp:txBody>
      <dsp:txXfrm>
        <a:off x="342518" y="2387194"/>
        <a:ext cx="1800000" cy="720000"/>
      </dsp:txXfrm>
    </dsp:sp>
    <dsp:sp modelId="{3AD07C98-52FD-4F24-8BCF-0AE1242A912A}">
      <dsp:nvSpPr>
        <dsp:cNvPr id="0" name=""/>
        <dsp:cNvSpPr/>
      </dsp:nvSpPr>
      <dsp:spPr>
        <a:xfrm>
          <a:off x="2952518" y="130715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183C4-AF27-4FF2-A213-0E586F00BF18}">
      <dsp:nvSpPr>
        <dsp:cNvPr id="0" name=""/>
        <dsp:cNvSpPr/>
      </dsp:nvSpPr>
      <dsp:spPr>
        <a:xfrm>
          <a:off x="2457518" y="23871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Non-medical mindfulness tips</a:t>
          </a:r>
          <a:endParaRPr lang="en-US" sz="1600" b="1" kern="1200"/>
        </a:p>
      </dsp:txBody>
      <dsp:txXfrm>
        <a:off x="2457518" y="2387194"/>
        <a:ext cx="1800000" cy="720000"/>
      </dsp:txXfrm>
    </dsp:sp>
    <dsp:sp modelId="{0740FC73-7546-4C4F-8750-5DCD0E8BD892}">
      <dsp:nvSpPr>
        <dsp:cNvPr id="0" name=""/>
        <dsp:cNvSpPr/>
      </dsp:nvSpPr>
      <dsp:spPr>
        <a:xfrm>
          <a:off x="5067518" y="130715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E26A0-E9A5-4562-A0B8-D2770EBDA2A1}">
      <dsp:nvSpPr>
        <dsp:cNvPr id="0" name=""/>
        <dsp:cNvSpPr/>
      </dsp:nvSpPr>
      <dsp:spPr>
        <a:xfrm>
          <a:off x="4572518" y="23871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Personalized fitness plans</a:t>
          </a:r>
          <a:endParaRPr lang="en-US" sz="1600" b="1" kern="1200"/>
        </a:p>
      </dsp:txBody>
      <dsp:txXfrm>
        <a:off x="4572518" y="2387194"/>
        <a:ext cx="1800000" cy="720000"/>
      </dsp:txXfrm>
    </dsp:sp>
    <dsp:sp modelId="{BB9760A9-46C7-4397-9899-914EA1E94045}">
      <dsp:nvSpPr>
        <dsp:cNvPr id="0" name=""/>
        <dsp:cNvSpPr/>
      </dsp:nvSpPr>
      <dsp:spPr>
        <a:xfrm>
          <a:off x="7182518" y="130715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B15B3-5D6B-48A0-8310-A3A10E5CA5E5}">
      <dsp:nvSpPr>
        <dsp:cNvPr id="0" name=""/>
        <dsp:cNvSpPr/>
      </dsp:nvSpPr>
      <dsp:spPr>
        <a:xfrm>
          <a:off x="6687518" y="23871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AI chatbox for general queries</a:t>
          </a:r>
          <a:endParaRPr lang="en-US" sz="1600" b="1" kern="1200"/>
        </a:p>
      </dsp:txBody>
      <dsp:txXfrm>
        <a:off x="6687518" y="2387194"/>
        <a:ext cx="1800000" cy="720000"/>
      </dsp:txXfrm>
    </dsp:sp>
    <dsp:sp modelId="{F3618DFA-8B40-4316-95AF-288D79146D52}">
      <dsp:nvSpPr>
        <dsp:cNvPr id="0" name=""/>
        <dsp:cNvSpPr/>
      </dsp:nvSpPr>
      <dsp:spPr>
        <a:xfrm>
          <a:off x="9297518" y="1307159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57004-E48B-43CC-92B5-34B00EE96C52}">
      <dsp:nvSpPr>
        <dsp:cNvPr id="0" name=""/>
        <dsp:cNvSpPr/>
      </dsp:nvSpPr>
      <dsp:spPr>
        <a:xfrm>
          <a:off x="8802518" y="23871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Health-report upload for analysis</a:t>
          </a:r>
          <a:endParaRPr lang="en-US" sz="1600" b="1" kern="1200"/>
        </a:p>
      </dsp:txBody>
      <dsp:txXfrm>
        <a:off x="8802518" y="2387194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7C4CB-ACAC-483A-BCF6-ECC63884713A}">
      <dsp:nvSpPr>
        <dsp:cNvPr id="0" name=""/>
        <dsp:cNvSpPr/>
      </dsp:nvSpPr>
      <dsp:spPr>
        <a:xfrm>
          <a:off x="210639" y="88322"/>
          <a:ext cx="912276" cy="9122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EEDB57-02F6-427E-A290-564B335676BA}">
      <dsp:nvSpPr>
        <dsp:cNvPr id="0" name=""/>
        <dsp:cNvSpPr/>
      </dsp:nvSpPr>
      <dsp:spPr>
        <a:xfrm>
          <a:off x="402217" y="279900"/>
          <a:ext cx="529120" cy="529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FB123-9F93-45FE-885C-71823372E3E0}">
      <dsp:nvSpPr>
        <dsp:cNvPr id="0" name=""/>
        <dsp:cNvSpPr/>
      </dsp:nvSpPr>
      <dsp:spPr>
        <a:xfrm>
          <a:off x="1318403" y="88322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React Vite frontend (UI)</a:t>
          </a:r>
          <a:endParaRPr lang="en-US" sz="2000" b="1" kern="1200"/>
        </a:p>
      </dsp:txBody>
      <dsp:txXfrm>
        <a:off x="1318403" y="88322"/>
        <a:ext cx="2150365" cy="912276"/>
      </dsp:txXfrm>
    </dsp:sp>
    <dsp:sp modelId="{37EB34AB-8D96-4E6C-BF50-CAF811526546}">
      <dsp:nvSpPr>
        <dsp:cNvPr id="0" name=""/>
        <dsp:cNvSpPr/>
      </dsp:nvSpPr>
      <dsp:spPr>
        <a:xfrm>
          <a:off x="3843453" y="88322"/>
          <a:ext cx="912276" cy="9122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8F89A8-8207-44AD-9E8B-1E7D7EC87800}">
      <dsp:nvSpPr>
        <dsp:cNvPr id="0" name=""/>
        <dsp:cNvSpPr/>
      </dsp:nvSpPr>
      <dsp:spPr>
        <a:xfrm>
          <a:off x="4035031" y="279900"/>
          <a:ext cx="529120" cy="529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EAF68-9F00-441C-AF8E-86B27CBD8E5E}">
      <dsp:nvSpPr>
        <dsp:cNvPr id="0" name=""/>
        <dsp:cNvSpPr/>
      </dsp:nvSpPr>
      <dsp:spPr>
        <a:xfrm>
          <a:off x="4951217" y="88322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FastAPI backend (processing + AI)</a:t>
          </a:r>
          <a:endParaRPr lang="en-US" sz="2000" b="1" kern="1200"/>
        </a:p>
      </dsp:txBody>
      <dsp:txXfrm>
        <a:off x="4951217" y="88322"/>
        <a:ext cx="2150365" cy="912276"/>
      </dsp:txXfrm>
    </dsp:sp>
    <dsp:sp modelId="{605983B2-F94A-4366-B959-570AEDF67F18}">
      <dsp:nvSpPr>
        <dsp:cNvPr id="0" name=""/>
        <dsp:cNvSpPr/>
      </dsp:nvSpPr>
      <dsp:spPr>
        <a:xfrm>
          <a:off x="7476268" y="88322"/>
          <a:ext cx="912276" cy="91227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37AC8-AFB0-4D65-8229-495E8DC47435}">
      <dsp:nvSpPr>
        <dsp:cNvPr id="0" name=""/>
        <dsp:cNvSpPr/>
      </dsp:nvSpPr>
      <dsp:spPr>
        <a:xfrm>
          <a:off x="7667846" y="279900"/>
          <a:ext cx="529120" cy="529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358338-ABED-4AC8-8D48-E9CEA8B0C30C}">
      <dsp:nvSpPr>
        <dsp:cNvPr id="0" name=""/>
        <dsp:cNvSpPr/>
      </dsp:nvSpPr>
      <dsp:spPr>
        <a:xfrm>
          <a:off x="8584032" y="88322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Fitness plan generator</a:t>
          </a:r>
          <a:endParaRPr lang="en-US" sz="2000" b="1" kern="1200"/>
        </a:p>
      </dsp:txBody>
      <dsp:txXfrm>
        <a:off x="8584032" y="88322"/>
        <a:ext cx="2150365" cy="912276"/>
      </dsp:txXfrm>
    </dsp:sp>
    <dsp:sp modelId="{A8097486-8ACB-4D4F-BE42-43BC85DBA826}">
      <dsp:nvSpPr>
        <dsp:cNvPr id="0" name=""/>
        <dsp:cNvSpPr/>
      </dsp:nvSpPr>
      <dsp:spPr>
        <a:xfrm>
          <a:off x="210639" y="1751038"/>
          <a:ext cx="912276" cy="91227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83587-0BE9-4DC2-9FA7-2924E9669132}">
      <dsp:nvSpPr>
        <dsp:cNvPr id="0" name=""/>
        <dsp:cNvSpPr/>
      </dsp:nvSpPr>
      <dsp:spPr>
        <a:xfrm>
          <a:off x="402217" y="1942616"/>
          <a:ext cx="529120" cy="5291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3872F-4C6E-4F91-9C51-3EB27DD4DE16}">
      <dsp:nvSpPr>
        <dsp:cNvPr id="0" name=""/>
        <dsp:cNvSpPr/>
      </dsp:nvSpPr>
      <dsp:spPr>
        <a:xfrm>
          <a:off x="1318403" y="1751038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Mood wellness engine</a:t>
          </a:r>
          <a:endParaRPr lang="en-US" sz="2000" b="1" kern="1200"/>
        </a:p>
      </dsp:txBody>
      <dsp:txXfrm>
        <a:off x="1318403" y="1751038"/>
        <a:ext cx="2150365" cy="912276"/>
      </dsp:txXfrm>
    </dsp:sp>
    <dsp:sp modelId="{A82EAEB1-E93B-480B-AA16-F61A58B4EB5C}">
      <dsp:nvSpPr>
        <dsp:cNvPr id="0" name=""/>
        <dsp:cNvSpPr/>
      </dsp:nvSpPr>
      <dsp:spPr>
        <a:xfrm>
          <a:off x="3843453" y="1751038"/>
          <a:ext cx="912276" cy="91227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6A14C-3175-46B1-B76E-25997F498D60}">
      <dsp:nvSpPr>
        <dsp:cNvPr id="0" name=""/>
        <dsp:cNvSpPr/>
      </dsp:nvSpPr>
      <dsp:spPr>
        <a:xfrm>
          <a:off x="4035031" y="1942616"/>
          <a:ext cx="529120" cy="5291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FFA9F-E404-4622-BE9D-D297E9AFC60D}">
      <dsp:nvSpPr>
        <dsp:cNvPr id="0" name=""/>
        <dsp:cNvSpPr/>
      </dsp:nvSpPr>
      <dsp:spPr>
        <a:xfrm>
          <a:off x="4951217" y="1751038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AI Chatbox (LLM-based)</a:t>
          </a:r>
          <a:endParaRPr lang="en-US" sz="2000" b="1" kern="1200"/>
        </a:p>
      </dsp:txBody>
      <dsp:txXfrm>
        <a:off x="4951217" y="1751038"/>
        <a:ext cx="2150365" cy="912276"/>
      </dsp:txXfrm>
    </dsp:sp>
    <dsp:sp modelId="{BF883A14-DCE9-4053-88CC-EA24815D201F}">
      <dsp:nvSpPr>
        <dsp:cNvPr id="0" name=""/>
        <dsp:cNvSpPr/>
      </dsp:nvSpPr>
      <dsp:spPr>
        <a:xfrm>
          <a:off x="7476268" y="1751038"/>
          <a:ext cx="912276" cy="9122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429E0-50B5-4340-A098-3948F44C3EC9}">
      <dsp:nvSpPr>
        <dsp:cNvPr id="0" name=""/>
        <dsp:cNvSpPr/>
      </dsp:nvSpPr>
      <dsp:spPr>
        <a:xfrm>
          <a:off x="7667846" y="1942616"/>
          <a:ext cx="529120" cy="5291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D3783-271C-44FA-9887-434B70A14A8D}">
      <dsp:nvSpPr>
        <dsp:cNvPr id="0" name=""/>
        <dsp:cNvSpPr/>
      </dsp:nvSpPr>
      <dsp:spPr>
        <a:xfrm>
          <a:off x="8584032" y="1751038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File upload + report analysis</a:t>
          </a:r>
          <a:endParaRPr lang="en-US" sz="2000" b="1" kern="1200"/>
        </a:p>
      </dsp:txBody>
      <dsp:txXfrm>
        <a:off x="8584032" y="1751038"/>
        <a:ext cx="2150365" cy="912276"/>
      </dsp:txXfrm>
    </dsp:sp>
    <dsp:sp modelId="{153BA3DA-0D7D-4065-AE60-3B90C2413361}">
      <dsp:nvSpPr>
        <dsp:cNvPr id="0" name=""/>
        <dsp:cNvSpPr/>
      </dsp:nvSpPr>
      <dsp:spPr>
        <a:xfrm>
          <a:off x="210639" y="3413755"/>
          <a:ext cx="912276" cy="9122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3A9FC-5EAF-4ABB-860F-5D1CFC84B8CE}">
      <dsp:nvSpPr>
        <dsp:cNvPr id="0" name=""/>
        <dsp:cNvSpPr/>
      </dsp:nvSpPr>
      <dsp:spPr>
        <a:xfrm>
          <a:off x="402217" y="3605333"/>
          <a:ext cx="529120" cy="52912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AF769-5614-4394-9FF1-5A2AB595ACFA}">
      <dsp:nvSpPr>
        <dsp:cNvPr id="0" name=""/>
        <dsp:cNvSpPr/>
      </dsp:nvSpPr>
      <dsp:spPr>
        <a:xfrm>
          <a:off x="1318403" y="3413755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CORS + API communication</a:t>
          </a:r>
          <a:endParaRPr lang="en-US" sz="2000" b="1" kern="1200"/>
        </a:p>
      </dsp:txBody>
      <dsp:txXfrm>
        <a:off x="1318403" y="3413755"/>
        <a:ext cx="2150365" cy="9122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B0266-9E50-4A95-B156-E8A1C1DE05A5}">
      <dsp:nvSpPr>
        <dsp:cNvPr id="0" name=""/>
        <dsp:cNvSpPr/>
      </dsp:nvSpPr>
      <dsp:spPr>
        <a:xfrm>
          <a:off x="1052876" y="1517"/>
          <a:ext cx="1015435" cy="101543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5396D-23C6-421C-96FE-76B2C53321E4}">
      <dsp:nvSpPr>
        <dsp:cNvPr id="0" name=""/>
        <dsp:cNvSpPr/>
      </dsp:nvSpPr>
      <dsp:spPr>
        <a:xfrm>
          <a:off x="1269281" y="217922"/>
          <a:ext cx="582626" cy="582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F8A71-A55A-4FF2-9C31-02CDDDAB5D2D}">
      <dsp:nvSpPr>
        <dsp:cNvPr id="0" name=""/>
        <dsp:cNvSpPr/>
      </dsp:nvSpPr>
      <dsp:spPr>
        <a:xfrm>
          <a:off x="728270" y="133323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baseline="0"/>
            <a:t>Mental Wellness</a:t>
          </a:r>
          <a:endParaRPr lang="en-US" sz="1400" b="1" kern="1200"/>
        </a:p>
      </dsp:txBody>
      <dsp:txXfrm>
        <a:off x="728270" y="1333236"/>
        <a:ext cx="1664648" cy="665859"/>
      </dsp:txXfrm>
    </dsp:sp>
    <dsp:sp modelId="{3F5C821F-A367-4F77-B607-9CE044D05736}">
      <dsp:nvSpPr>
        <dsp:cNvPr id="0" name=""/>
        <dsp:cNvSpPr/>
      </dsp:nvSpPr>
      <dsp:spPr>
        <a:xfrm>
          <a:off x="3008838" y="1517"/>
          <a:ext cx="1015435" cy="101543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FA6CE6-6B82-4471-A4CB-3D80986B8CA8}">
      <dsp:nvSpPr>
        <dsp:cNvPr id="0" name=""/>
        <dsp:cNvSpPr/>
      </dsp:nvSpPr>
      <dsp:spPr>
        <a:xfrm>
          <a:off x="3225243" y="217922"/>
          <a:ext cx="582626" cy="582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0F908-0665-4A26-8E20-4891256A25E0}">
      <dsp:nvSpPr>
        <dsp:cNvPr id="0" name=""/>
        <dsp:cNvSpPr/>
      </dsp:nvSpPr>
      <dsp:spPr>
        <a:xfrm>
          <a:off x="2684232" y="133323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baseline="0"/>
            <a:t>Fitness Coach</a:t>
          </a:r>
          <a:endParaRPr lang="en-US" sz="1400" b="1" kern="1200"/>
        </a:p>
      </dsp:txBody>
      <dsp:txXfrm>
        <a:off x="2684232" y="1333236"/>
        <a:ext cx="1664648" cy="665859"/>
      </dsp:txXfrm>
    </dsp:sp>
    <dsp:sp modelId="{175C5456-1072-4333-AFEA-724C171AAE5C}">
      <dsp:nvSpPr>
        <dsp:cNvPr id="0" name=""/>
        <dsp:cNvSpPr/>
      </dsp:nvSpPr>
      <dsp:spPr>
        <a:xfrm>
          <a:off x="4964800" y="1517"/>
          <a:ext cx="1015435" cy="101543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A485A-7CDE-4E34-937A-1030F76D2D9F}">
      <dsp:nvSpPr>
        <dsp:cNvPr id="0" name=""/>
        <dsp:cNvSpPr/>
      </dsp:nvSpPr>
      <dsp:spPr>
        <a:xfrm>
          <a:off x="5181205" y="217922"/>
          <a:ext cx="582626" cy="582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81367-D207-411E-89F1-56492FE14A0A}">
      <dsp:nvSpPr>
        <dsp:cNvPr id="0" name=""/>
        <dsp:cNvSpPr/>
      </dsp:nvSpPr>
      <dsp:spPr>
        <a:xfrm>
          <a:off x="4640194" y="133323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baseline="0"/>
            <a:t>AI Chatbox</a:t>
          </a:r>
          <a:endParaRPr lang="en-US" sz="1400" b="1" kern="1200"/>
        </a:p>
      </dsp:txBody>
      <dsp:txXfrm>
        <a:off x="4640194" y="1333236"/>
        <a:ext cx="1664648" cy="665859"/>
      </dsp:txXfrm>
    </dsp:sp>
    <dsp:sp modelId="{EBBDDF46-B5CF-4504-8D64-35F97224F21C}">
      <dsp:nvSpPr>
        <dsp:cNvPr id="0" name=""/>
        <dsp:cNvSpPr/>
      </dsp:nvSpPr>
      <dsp:spPr>
        <a:xfrm>
          <a:off x="6920762" y="1517"/>
          <a:ext cx="1015435" cy="101543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0ACCD-6BBD-49D0-BDAB-073935C7BA94}">
      <dsp:nvSpPr>
        <dsp:cNvPr id="0" name=""/>
        <dsp:cNvSpPr/>
      </dsp:nvSpPr>
      <dsp:spPr>
        <a:xfrm>
          <a:off x="7137166" y="217922"/>
          <a:ext cx="582626" cy="5826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AAE9AD-DF72-4F78-88BA-E7A8882F7B25}">
      <dsp:nvSpPr>
        <dsp:cNvPr id="0" name=""/>
        <dsp:cNvSpPr/>
      </dsp:nvSpPr>
      <dsp:spPr>
        <a:xfrm>
          <a:off x="6596156" y="133323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baseline="0"/>
            <a:t>Report Upload AI Analyzer</a:t>
          </a:r>
          <a:endParaRPr lang="en-US" sz="1400" b="1" kern="1200"/>
        </a:p>
      </dsp:txBody>
      <dsp:txXfrm>
        <a:off x="6596156" y="1333236"/>
        <a:ext cx="1664648" cy="665859"/>
      </dsp:txXfrm>
    </dsp:sp>
    <dsp:sp modelId="{FE9FE60A-F63F-4F36-87B7-505976B9B98F}">
      <dsp:nvSpPr>
        <dsp:cNvPr id="0" name=""/>
        <dsp:cNvSpPr/>
      </dsp:nvSpPr>
      <dsp:spPr>
        <a:xfrm>
          <a:off x="8876724" y="1517"/>
          <a:ext cx="1015435" cy="1015435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8EB5A-62D8-46DF-BD05-98EDDC9DB763}">
      <dsp:nvSpPr>
        <dsp:cNvPr id="0" name=""/>
        <dsp:cNvSpPr/>
      </dsp:nvSpPr>
      <dsp:spPr>
        <a:xfrm>
          <a:off x="9093128" y="217922"/>
          <a:ext cx="582626" cy="5826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07E37-C22A-4244-879B-C3C553DBF08A}">
      <dsp:nvSpPr>
        <dsp:cNvPr id="0" name=""/>
        <dsp:cNvSpPr/>
      </dsp:nvSpPr>
      <dsp:spPr>
        <a:xfrm>
          <a:off x="8552118" y="133323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baseline="0"/>
            <a:t>Team Page</a:t>
          </a:r>
          <a:endParaRPr lang="en-US" sz="1400" b="1" kern="1200"/>
        </a:p>
      </dsp:txBody>
      <dsp:txXfrm>
        <a:off x="8552118" y="1333236"/>
        <a:ext cx="1664648" cy="665859"/>
      </dsp:txXfrm>
    </dsp:sp>
    <dsp:sp modelId="{A6C5A3E7-80CE-458B-B722-7A8249870F04}">
      <dsp:nvSpPr>
        <dsp:cNvPr id="0" name=""/>
        <dsp:cNvSpPr/>
      </dsp:nvSpPr>
      <dsp:spPr>
        <a:xfrm>
          <a:off x="4964800" y="2415258"/>
          <a:ext cx="1015435" cy="101543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7429E-0580-4129-A396-24AC5B94D455}">
      <dsp:nvSpPr>
        <dsp:cNvPr id="0" name=""/>
        <dsp:cNvSpPr/>
      </dsp:nvSpPr>
      <dsp:spPr>
        <a:xfrm>
          <a:off x="5181205" y="2631662"/>
          <a:ext cx="582626" cy="58262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10C0E-82EB-480A-9765-7592E6BDD9C6}">
      <dsp:nvSpPr>
        <dsp:cNvPr id="0" name=""/>
        <dsp:cNvSpPr/>
      </dsp:nvSpPr>
      <dsp:spPr>
        <a:xfrm>
          <a:off x="4640194" y="374697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baseline="0"/>
            <a:t>Footer + responsive UI</a:t>
          </a:r>
          <a:endParaRPr lang="en-US" sz="1400" b="1" kern="1200"/>
        </a:p>
      </dsp:txBody>
      <dsp:txXfrm>
        <a:off x="4640194" y="3746976"/>
        <a:ext cx="1664648" cy="6658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AF350-FE2A-4675-BE25-5D55ADD0ECD9}">
      <dsp:nvSpPr>
        <dsp:cNvPr id="0" name=""/>
        <dsp:cNvSpPr/>
      </dsp:nvSpPr>
      <dsp:spPr>
        <a:xfrm>
          <a:off x="5084830" y="90298"/>
          <a:ext cx="1440555" cy="1440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User selects mood</a:t>
          </a:r>
          <a:endParaRPr lang="en-US" sz="1600" b="1" kern="1200"/>
        </a:p>
      </dsp:txBody>
      <dsp:txXfrm>
        <a:off x="5084830" y="90298"/>
        <a:ext cx="1440555" cy="1440555"/>
      </dsp:txXfrm>
    </dsp:sp>
    <dsp:sp modelId="{92B7521D-53F7-4D25-862B-E29832642371}">
      <dsp:nvSpPr>
        <dsp:cNvPr id="0" name=""/>
        <dsp:cNvSpPr/>
      </dsp:nvSpPr>
      <dsp:spPr>
        <a:xfrm>
          <a:off x="2545879" y="-724"/>
          <a:ext cx="4070528" cy="4070528"/>
        </a:xfrm>
        <a:prstGeom prst="circularArrow">
          <a:avLst>
            <a:gd name="adj1" fmla="val 6901"/>
            <a:gd name="adj2" fmla="val 465270"/>
            <a:gd name="adj3" fmla="val 549761"/>
            <a:gd name="adj4" fmla="val 20584969"/>
            <a:gd name="adj5" fmla="val 8051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91193-6817-4AAD-90D4-3F228B32C806}">
      <dsp:nvSpPr>
        <dsp:cNvPr id="0" name=""/>
        <dsp:cNvSpPr/>
      </dsp:nvSpPr>
      <dsp:spPr>
        <a:xfrm>
          <a:off x="5084830" y="2538226"/>
          <a:ext cx="1440555" cy="1440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User writes feelings</a:t>
          </a:r>
          <a:endParaRPr lang="en-US" sz="1600" b="1" kern="1200"/>
        </a:p>
      </dsp:txBody>
      <dsp:txXfrm>
        <a:off x="5084830" y="2538226"/>
        <a:ext cx="1440555" cy="1440555"/>
      </dsp:txXfrm>
    </dsp:sp>
    <dsp:sp modelId="{B5FDF240-E333-4023-94D2-F7A5E767E305}">
      <dsp:nvSpPr>
        <dsp:cNvPr id="0" name=""/>
        <dsp:cNvSpPr/>
      </dsp:nvSpPr>
      <dsp:spPr>
        <a:xfrm>
          <a:off x="2545879" y="-724"/>
          <a:ext cx="4070528" cy="4070528"/>
        </a:xfrm>
        <a:prstGeom prst="circularArrow">
          <a:avLst>
            <a:gd name="adj1" fmla="val 6901"/>
            <a:gd name="adj2" fmla="val 465270"/>
            <a:gd name="adj3" fmla="val 5949761"/>
            <a:gd name="adj4" fmla="val 4384969"/>
            <a:gd name="adj5" fmla="val 8051"/>
          </a:avLst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3071E-9FAC-47FC-9D18-DA59A5BB954E}">
      <dsp:nvSpPr>
        <dsp:cNvPr id="0" name=""/>
        <dsp:cNvSpPr/>
      </dsp:nvSpPr>
      <dsp:spPr>
        <a:xfrm>
          <a:off x="2636902" y="2538226"/>
          <a:ext cx="1440555" cy="1440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Backend processes</a:t>
          </a:r>
          <a:endParaRPr lang="en-US" sz="1600" b="1" kern="1200"/>
        </a:p>
      </dsp:txBody>
      <dsp:txXfrm>
        <a:off x="2636902" y="2538226"/>
        <a:ext cx="1440555" cy="1440555"/>
      </dsp:txXfrm>
    </dsp:sp>
    <dsp:sp modelId="{F9ACC987-9DB7-456B-B5A6-10A14BD1C046}">
      <dsp:nvSpPr>
        <dsp:cNvPr id="0" name=""/>
        <dsp:cNvSpPr/>
      </dsp:nvSpPr>
      <dsp:spPr>
        <a:xfrm>
          <a:off x="2545879" y="-724"/>
          <a:ext cx="4070528" cy="4070528"/>
        </a:xfrm>
        <a:prstGeom prst="circularArrow">
          <a:avLst>
            <a:gd name="adj1" fmla="val 6901"/>
            <a:gd name="adj2" fmla="val 465270"/>
            <a:gd name="adj3" fmla="val 11349761"/>
            <a:gd name="adj4" fmla="val 9784969"/>
            <a:gd name="adj5" fmla="val 8051"/>
          </a:avLst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8C8FA-2AFA-4C03-A630-F1AEAB57BB51}">
      <dsp:nvSpPr>
        <dsp:cNvPr id="0" name=""/>
        <dsp:cNvSpPr/>
      </dsp:nvSpPr>
      <dsp:spPr>
        <a:xfrm>
          <a:off x="2636902" y="90298"/>
          <a:ext cx="1440555" cy="1440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Returns emotional support + mindfulness + journaling prompt</a:t>
          </a:r>
          <a:endParaRPr lang="en-US" sz="1600" b="1" kern="1200"/>
        </a:p>
      </dsp:txBody>
      <dsp:txXfrm>
        <a:off x="2636902" y="90298"/>
        <a:ext cx="1440555" cy="1440555"/>
      </dsp:txXfrm>
    </dsp:sp>
    <dsp:sp modelId="{C89B3422-CE74-4E8D-93CF-2E27008A1ABE}">
      <dsp:nvSpPr>
        <dsp:cNvPr id="0" name=""/>
        <dsp:cNvSpPr/>
      </dsp:nvSpPr>
      <dsp:spPr>
        <a:xfrm>
          <a:off x="2545879" y="-724"/>
          <a:ext cx="4070528" cy="4070528"/>
        </a:xfrm>
        <a:prstGeom prst="circularArrow">
          <a:avLst>
            <a:gd name="adj1" fmla="val 6901"/>
            <a:gd name="adj2" fmla="val 465270"/>
            <a:gd name="adj3" fmla="val 16749761"/>
            <a:gd name="adj4" fmla="val 15184969"/>
            <a:gd name="adj5" fmla="val 8051"/>
          </a:avLst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479579-FAA9-4430-8716-932E999356B7}">
      <dsp:nvSpPr>
        <dsp:cNvPr id="0" name=""/>
        <dsp:cNvSpPr/>
      </dsp:nvSpPr>
      <dsp:spPr>
        <a:xfrm>
          <a:off x="3027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D99A3-CE1B-408B-8676-4F678C068659}">
      <dsp:nvSpPr>
        <dsp:cNvPr id="0" name=""/>
        <dsp:cNvSpPr/>
      </dsp:nvSpPr>
      <dsp:spPr>
        <a:xfrm>
          <a:off x="243244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Select Goal</a:t>
          </a:r>
          <a:endParaRPr lang="en-US" sz="1900" b="1" kern="1200"/>
        </a:p>
      </dsp:txBody>
      <dsp:txXfrm>
        <a:off x="283453" y="1501109"/>
        <a:ext cx="2081527" cy="1292417"/>
      </dsp:txXfrm>
    </dsp:sp>
    <dsp:sp modelId="{64B8E380-6FAA-43A2-8AA4-7ADCBD5F8AA3}">
      <dsp:nvSpPr>
        <dsp:cNvPr id="0" name=""/>
        <dsp:cNvSpPr/>
      </dsp:nvSpPr>
      <dsp:spPr>
        <a:xfrm>
          <a:off x="2645405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97553-05C1-4B07-A5F2-426306BC94F0}">
      <dsp:nvSpPr>
        <dsp:cNvPr id="0" name=""/>
        <dsp:cNvSpPr/>
      </dsp:nvSpPr>
      <dsp:spPr>
        <a:xfrm>
          <a:off x="2885621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Activity Level</a:t>
          </a:r>
          <a:endParaRPr lang="en-US" sz="1900" b="1" kern="1200"/>
        </a:p>
      </dsp:txBody>
      <dsp:txXfrm>
        <a:off x="2925830" y="1501109"/>
        <a:ext cx="2081527" cy="1292417"/>
      </dsp:txXfrm>
    </dsp:sp>
    <dsp:sp modelId="{DA5D25A7-2735-451E-84CC-E3D17D7E7C58}">
      <dsp:nvSpPr>
        <dsp:cNvPr id="0" name=""/>
        <dsp:cNvSpPr/>
      </dsp:nvSpPr>
      <dsp:spPr>
        <a:xfrm>
          <a:off x="5287783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FB25B-8A99-4148-9752-523F44A06230}">
      <dsp:nvSpPr>
        <dsp:cNvPr id="0" name=""/>
        <dsp:cNvSpPr/>
      </dsp:nvSpPr>
      <dsp:spPr>
        <a:xfrm>
          <a:off x="5527999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Age Group</a:t>
          </a:r>
          <a:endParaRPr lang="en-US" sz="1900" b="1" kern="1200"/>
        </a:p>
      </dsp:txBody>
      <dsp:txXfrm>
        <a:off x="5568208" y="1501109"/>
        <a:ext cx="2081527" cy="1292417"/>
      </dsp:txXfrm>
    </dsp:sp>
    <dsp:sp modelId="{8FC9113E-F10F-4A62-9CED-9B1E367D7D6C}">
      <dsp:nvSpPr>
        <dsp:cNvPr id="0" name=""/>
        <dsp:cNvSpPr/>
      </dsp:nvSpPr>
      <dsp:spPr>
        <a:xfrm>
          <a:off x="7930160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465BB-5E5D-4004-BD4C-9155ED6C8F19}">
      <dsp:nvSpPr>
        <dsp:cNvPr id="0" name=""/>
        <dsp:cNvSpPr/>
      </dsp:nvSpPr>
      <dsp:spPr>
        <a:xfrm>
          <a:off x="8170376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Algorithm generates personalized plan</a:t>
          </a:r>
          <a:endParaRPr lang="en-US" sz="1900" b="1" kern="1200"/>
        </a:p>
      </dsp:txBody>
      <dsp:txXfrm>
        <a:off x="8210585" y="1501109"/>
        <a:ext cx="2081527" cy="12924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CF2F5-0F1D-45B5-B74B-5FA240AB5D40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B1D85-0E29-4814-9DF6-67C6DC3595A9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BD4CB-3A80-4C05-B5DE-EE107EC443EA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Ask anything </a:t>
          </a:r>
          <a:r>
            <a:rPr lang="en-US" sz="2500" b="1" i="0" kern="1200" baseline="0" dirty="0">
              <a:sym typeface="Wingdings" panose="05000000000000000000" pitchFamily="2" charset="2"/>
            </a:rPr>
            <a:t></a:t>
          </a:r>
          <a:r>
            <a:rPr lang="en-US" sz="2500" b="1" i="0" kern="1200" baseline="0" dirty="0"/>
            <a:t> AI replies</a:t>
          </a:r>
          <a:endParaRPr lang="en-US" sz="2500" b="1" kern="1200" dirty="0"/>
        </a:p>
      </dsp:txBody>
      <dsp:txXfrm>
        <a:off x="1909124" y="706"/>
        <a:ext cx="5040315" cy="1652921"/>
      </dsp:txXfrm>
    </dsp:sp>
    <dsp:sp modelId="{AD18F5DB-FFD4-4D21-822C-292130C8CE91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3F7E3-B6FE-45A9-B53C-349BFF9F831F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2BB27-D4AC-43A3-B7CD-E1187DFAAE0B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Upload health report (.docx, .pdf) </a:t>
          </a:r>
          <a:r>
            <a:rPr lang="en-US" sz="2500" b="1" i="0" kern="1200" baseline="0" dirty="0">
              <a:sym typeface="Wingdings" panose="05000000000000000000" pitchFamily="2" charset="2"/>
            </a:rPr>
            <a:t></a:t>
          </a:r>
          <a:r>
            <a:rPr lang="en-US" sz="2500" b="1" i="0" kern="1200" baseline="0" dirty="0"/>
            <a:t> summarization + advice</a:t>
          </a:r>
          <a:endParaRPr lang="en-US" sz="2500" b="1" kern="1200" dirty="0"/>
        </a:p>
      </dsp:txBody>
      <dsp:txXfrm>
        <a:off x="1909124" y="2066858"/>
        <a:ext cx="5040315" cy="1652921"/>
      </dsp:txXfrm>
    </dsp:sp>
    <dsp:sp modelId="{A245B6B4-8753-4192-86E8-2D5BC9A6205E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2DE0A9-A240-4228-B5AA-1B8F44D5CAFF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FAE5F-00BC-4ADA-9BD0-C628869F4C41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Non-medical guidance only</a:t>
          </a:r>
          <a:endParaRPr lang="en-US" sz="2500" b="1" kern="1200"/>
        </a:p>
      </dsp:txBody>
      <dsp:txXfrm>
        <a:off x="1909124" y="4133010"/>
        <a:ext cx="5040315" cy="16529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64623-C55F-40E9-B6E4-4A34F5C71568}">
      <dsp:nvSpPr>
        <dsp:cNvPr id="0" name=""/>
        <dsp:cNvSpPr/>
      </dsp:nvSpPr>
      <dsp:spPr>
        <a:xfrm>
          <a:off x="0" y="496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3A6FB-F796-400D-A2A6-11C6BCD8B68A}">
      <dsp:nvSpPr>
        <dsp:cNvPr id="0" name=""/>
        <dsp:cNvSpPr/>
      </dsp:nvSpPr>
      <dsp:spPr>
        <a:xfrm>
          <a:off x="0" y="496"/>
          <a:ext cx="10335350" cy="58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Frontend:</a:t>
          </a:r>
          <a:r>
            <a:rPr lang="en-GB" sz="2600" kern="1200"/>
            <a:t> React + Vite, Tailwind, Fetch AP</a:t>
          </a:r>
          <a:endParaRPr lang="en-US" sz="2600" kern="1200"/>
        </a:p>
      </dsp:txBody>
      <dsp:txXfrm>
        <a:off x="0" y="496"/>
        <a:ext cx="10335350" cy="580776"/>
      </dsp:txXfrm>
    </dsp:sp>
    <dsp:sp modelId="{6FD2B75B-281A-4ECE-8496-A8F20482D67E}">
      <dsp:nvSpPr>
        <dsp:cNvPr id="0" name=""/>
        <dsp:cNvSpPr/>
      </dsp:nvSpPr>
      <dsp:spPr>
        <a:xfrm>
          <a:off x="0" y="581273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CE98E-57FA-4B59-B9CA-3040B4AD5AC8}">
      <dsp:nvSpPr>
        <dsp:cNvPr id="0" name=""/>
        <dsp:cNvSpPr/>
      </dsp:nvSpPr>
      <dsp:spPr>
        <a:xfrm>
          <a:off x="0" y="581273"/>
          <a:ext cx="10335350" cy="58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Backend:</a:t>
          </a:r>
          <a:r>
            <a:rPr lang="en-GB" sz="2600" kern="1200"/>
            <a:t> FastAPI, Python, Uvicor</a:t>
          </a:r>
          <a:endParaRPr lang="en-US" sz="2600" kern="1200"/>
        </a:p>
      </dsp:txBody>
      <dsp:txXfrm>
        <a:off x="0" y="581273"/>
        <a:ext cx="10335350" cy="580776"/>
      </dsp:txXfrm>
    </dsp:sp>
    <dsp:sp modelId="{EA830C58-FE23-4546-910E-E79B2BF6AF6B}">
      <dsp:nvSpPr>
        <dsp:cNvPr id="0" name=""/>
        <dsp:cNvSpPr/>
      </dsp:nvSpPr>
      <dsp:spPr>
        <a:xfrm>
          <a:off x="0" y="1162050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A0406-8376-4E31-9667-8C64F7FA1BF7}">
      <dsp:nvSpPr>
        <dsp:cNvPr id="0" name=""/>
        <dsp:cNvSpPr/>
      </dsp:nvSpPr>
      <dsp:spPr>
        <a:xfrm>
          <a:off x="0" y="1162050"/>
          <a:ext cx="10335350" cy="58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AI:</a:t>
          </a:r>
          <a:r>
            <a:rPr lang="en-GB" sz="2600" kern="1200"/>
            <a:t> Open-source LLM APIs (e.g., HuggingFace free endpoint</a:t>
          </a:r>
          <a:endParaRPr lang="en-US" sz="2600" kern="1200"/>
        </a:p>
      </dsp:txBody>
      <dsp:txXfrm>
        <a:off x="0" y="1162050"/>
        <a:ext cx="10335350" cy="580776"/>
      </dsp:txXfrm>
    </dsp:sp>
    <dsp:sp modelId="{4380F354-5D0A-4913-87D8-2043FABE7500}">
      <dsp:nvSpPr>
        <dsp:cNvPr id="0" name=""/>
        <dsp:cNvSpPr/>
      </dsp:nvSpPr>
      <dsp:spPr>
        <a:xfrm>
          <a:off x="0" y="1742827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F9CA7-C17F-44D4-99E7-5AD679F12EE3}">
      <dsp:nvSpPr>
        <dsp:cNvPr id="0" name=""/>
        <dsp:cNvSpPr/>
      </dsp:nvSpPr>
      <dsp:spPr>
        <a:xfrm>
          <a:off x="0" y="1742827"/>
          <a:ext cx="10335350" cy="58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Editor:</a:t>
          </a:r>
          <a:r>
            <a:rPr lang="en-GB" sz="2600" kern="1200"/>
            <a:t> VS Code</a:t>
          </a:r>
          <a:endParaRPr lang="en-US" sz="2600" kern="1200"/>
        </a:p>
      </dsp:txBody>
      <dsp:txXfrm>
        <a:off x="0" y="1742827"/>
        <a:ext cx="10335350" cy="580776"/>
      </dsp:txXfrm>
    </dsp:sp>
    <dsp:sp modelId="{7CE7138C-4BD3-44F8-B7BB-30E3F0A1A6BB}">
      <dsp:nvSpPr>
        <dsp:cNvPr id="0" name=""/>
        <dsp:cNvSpPr/>
      </dsp:nvSpPr>
      <dsp:spPr>
        <a:xfrm>
          <a:off x="0" y="2323603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0C8F6-5D97-4E5A-8DF0-90C1D8118C61}">
      <dsp:nvSpPr>
        <dsp:cNvPr id="0" name=""/>
        <dsp:cNvSpPr/>
      </dsp:nvSpPr>
      <dsp:spPr>
        <a:xfrm>
          <a:off x="0" y="2323603"/>
          <a:ext cx="10335350" cy="58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Deployment:</a:t>
          </a:r>
          <a:endParaRPr lang="en-US" sz="2600" kern="1200"/>
        </a:p>
      </dsp:txBody>
      <dsp:txXfrm>
        <a:off x="0" y="2323603"/>
        <a:ext cx="10335350" cy="580776"/>
      </dsp:txXfrm>
    </dsp:sp>
    <dsp:sp modelId="{8ADD8CF8-C486-42B9-92A8-82CB14FB6964}">
      <dsp:nvSpPr>
        <dsp:cNvPr id="0" name=""/>
        <dsp:cNvSpPr/>
      </dsp:nvSpPr>
      <dsp:spPr>
        <a:xfrm>
          <a:off x="0" y="2904380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0F18E-2E2B-4DE8-93D3-814D3E6D2F3B}">
      <dsp:nvSpPr>
        <dsp:cNvPr id="0" name=""/>
        <dsp:cNvSpPr/>
      </dsp:nvSpPr>
      <dsp:spPr>
        <a:xfrm>
          <a:off x="0" y="2904380"/>
          <a:ext cx="10335350" cy="58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Vercel (Frontend)</a:t>
          </a:r>
          <a:endParaRPr lang="en-US" sz="2600" kern="1200"/>
        </a:p>
      </dsp:txBody>
      <dsp:txXfrm>
        <a:off x="0" y="2904380"/>
        <a:ext cx="10335350" cy="580776"/>
      </dsp:txXfrm>
    </dsp:sp>
    <dsp:sp modelId="{90D0A87B-94C8-41EA-83D8-E937D9222686}">
      <dsp:nvSpPr>
        <dsp:cNvPr id="0" name=""/>
        <dsp:cNvSpPr/>
      </dsp:nvSpPr>
      <dsp:spPr>
        <a:xfrm>
          <a:off x="0" y="3485157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2F6A4-C574-48E5-B3A7-D15690EF2584}">
      <dsp:nvSpPr>
        <dsp:cNvPr id="0" name=""/>
        <dsp:cNvSpPr/>
      </dsp:nvSpPr>
      <dsp:spPr>
        <a:xfrm>
          <a:off x="0" y="3485157"/>
          <a:ext cx="10335350" cy="58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Render (Backend)</a:t>
          </a:r>
          <a:endParaRPr lang="en-US" sz="2600" kern="1200"/>
        </a:p>
      </dsp:txBody>
      <dsp:txXfrm>
        <a:off x="0" y="3485157"/>
        <a:ext cx="10335350" cy="5807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7B155-DD95-43D2-B6E6-2D58532A7DEE}">
      <dsp:nvSpPr>
        <dsp:cNvPr id="0" name=""/>
        <dsp:cNvSpPr/>
      </dsp:nvSpPr>
      <dsp:spPr>
        <a:xfrm>
          <a:off x="0" y="2825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83C2B-57B4-44CA-940E-7975309B5405}">
      <dsp:nvSpPr>
        <dsp:cNvPr id="0" name=""/>
        <dsp:cNvSpPr/>
      </dsp:nvSpPr>
      <dsp:spPr>
        <a:xfrm>
          <a:off x="0" y="2825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CORS issues</a:t>
          </a:r>
          <a:endParaRPr lang="en-US" sz="3200" kern="1200"/>
        </a:p>
      </dsp:txBody>
      <dsp:txXfrm>
        <a:off x="0" y="2825"/>
        <a:ext cx="6949440" cy="963497"/>
      </dsp:txXfrm>
    </dsp:sp>
    <dsp:sp modelId="{7D7F5A65-8A4B-43B0-8DE5-919A59BC0C81}">
      <dsp:nvSpPr>
        <dsp:cNvPr id="0" name=""/>
        <dsp:cNvSpPr/>
      </dsp:nvSpPr>
      <dsp:spPr>
        <a:xfrm>
          <a:off x="0" y="966323"/>
          <a:ext cx="6949440" cy="0"/>
        </a:xfrm>
        <a:prstGeom prst="line">
          <a:avLst/>
        </a:prstGeom>
        <a:solidFill>
          <a:schemeClr val="accent2">
            <a:hueOff val="-208266"/>
            <a:satOff val="-4326"/>
            <a:lumOff val="-1176"/>
            <a:alphaOff val="0"/>
          </a:schemeClr>
        </a:solidFill>
        <a:ln w="12700" cap="flat" cmpd="sng" algn="ctr">
          <a:solidFill>
            <a:schemeClr val="accent2">
              <a:hueOff val="-208266"/>
              <a:satOff val="-4326"/>
              <a:lumOff val="-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7B3C0-EB50-4462-9548-DB3F40A4206B}">
      <dsp:nvSpPr>
        <dsp:cNvPr id="0" name=""/>
        <dsp:cNvSpPr/>
      </dsp:nvSpPr>
      <dsp:spPr>
        <a:xfrm>
          <a:off x="0" y="966323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Backend communication errors</a:t>
          </a:r>
          <a:endParaRPr lang="en-US" sz="3200" kern="1200"/>
        </a:p>
      </dsp:txBody>
      <dsp:txXfrm>
        <a:off x="0" y="966323"/>
        <a:ext cx="6949440" cy="963497"/>
      </dsp:txXfrm>
    </dsp:sp>
    <dsp:sp modelId="{08CD3B7C-46E4-4822-96C9-7D050A6996A7}">
      <dsp:nvSpPr>
        <dsp:cNvPr id="0" name=""/>
        <dsp:cNvSpPr/>
      </dsp:nvSpPr>
      <dsp:spPr>
        <a:xfrm>
          <a:off x="0" y="1929821"/>
          <a:ext cx="6949440" cy="0"/>
        </a:xfrm>
        <a:prstGeom prst="line">
          <a:avLst/>
        </a:prstGeom>
        <a:solidFill>
          <a:schemeClr val="accent2">
            <a:hueOff val="-416532"/>
            <a:satOff val="-8652"/>
            <a:lumOff val="-2353"/>
            <a:alphaOff val="0"/>
          </a:schemeClr>
        </a:solidFill>
        <a:ln w="12700" cap="flat" cmpd="sng" algn="ctr">
          <a:solidFill>
            <a:schemeClr val="accent2">
              <a:hueOff val="-416532"/>
              <a:satOff val="-8652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F8416-914E-4646-A1B9-977C39A6C40F}">
      <dsp:nvSpPr>
        <dsp:cNvPr id="0" name=""/>
        <dsp:cNvSpPr/>
      </dsp:nvSpPr>
      <dsp:spPr>
        <a:xfrm>
          <a:off x="0" y="1929821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Environment variable setup</a:t>
          </a:r>
          <a:endParaRPr lang="en-US" sz="3200" kern="1200"/>
        </a:p>
      </dsp:txBody>
      <dsp:txXfrm>
        <a:off x="0" y="1929821"/>
        <a:ext cx="6949440" cy="963497"/>
      </dsp:txXfrm>
    </dsp:sp>
    <dsp:sp modelId="{F0C510CD-E818-4305-8984-324896D091A3}">
      <dsp:nvSpPr>
        <dsp:cNvPr id="0" name=""/>
        <dsp:cNvSpPr/>
      </dsp:nvSpPr>
      <dsp:spPr>
        <a:xfrm>
          <a:off x="0" y="2893319"/>
          <a:ext cx="6949440" cy="0"/>
        </a:xfrm>
        <a:prstGeom prst="line">
          <a:avLst/>
        </a:prstGeom>
        <a:solidFill>
          <a:schemeClr val="accent2">
            <a:hueOff val="-624797"/>
            <a:satOff val="-12979"/>
            <a:lumOff val="-3529"/>
            <a:alphaOff val="0"/>
          </a:schemeClr>
        </a:solidFill>
        <a:ln w="12700" cap="flat" cmpd="sng" algn="ctr">
          <a:solidFill>
            <a:schemeClr val="accent2">
              <a:hueOff val="-624797"/>
              <a:satOff val="-12979"/>
              <a:lumOff val="-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D1DF7-456C-43EB-9958-DA5526E55BF0}">
      <dsp:nvSpPr>
        <dsp:cNvPr id="0" name=""/>
        <dsp:cNvSpPr/>
      </dsp:nvSpPr>
      <dsp:spPr>
        <a:xfrm>
          <a:off x="0" y="2893318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Deployment conflicts</a:t>
          </a:r>
          <a:endParaRPr lang="en-US" sz="3200" kern="1200"/>
        </a:p>
      </dsp:txBody>
      <dsp:txXfrm>
        <a:off x="0" y="2893318"/>
        <a:ext cx="6949440" cy="963497"/>
      </dsp:txXfrm>
    </dsp:sp>
    <dsp:sp modelId="{47165829-8099-4FC1-9818-BEA533B687C2}">
      <dsp:nvSpPr>
        <dsp:cNvPr id="0" name=""/>
        <dsp:cNvSpPr/>
      </dsp:nvSpPr>
      <dsp:spPr>
        <a:xfrm>
          <a:off x="0" y="3856816"/>
          <a:ext cx="6949440" cy="0"/>
        </a:xfrm>
        <a:prstGeom prst="line">
          <a:avLst/>
        </a:prstGeom>
        <a:solidFill>
          <a:schemeClr val="accent2">
            <a:hueOff val="-833063"/>
            <a:satOff val="-17305"/>
            <a:lumOff val="-4706"/>
            <a:alphaOff val="0"/>
          </a:schemeClr>
        </a:solidFill>
        <a:ln w="12700" cap="flat" cmpd="sng" algn="ctr">
          <a:solidFill>
            <a:schemeClr val="accent2">
              <a:hueOff val="-833063"/>
              <a:satOff val="-17305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F256D-B90E-4888-97E3-1ECFDD8E902A}">
      <dsp:nvSpPr>
        <dsp:cNvPr id="0" name=""/>
        <dsp:cNvSpPr/>
      </dsp:nvSpPr>
      <dsp:spPr>
        <a:xfrm>
          <a:off x="0" y="3856816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 dirty="0"/>
            <a:t>Large AI models </a:t>
          </a:r>
          <a:r>
            <a:rPr lang="en-US" sz="3200" b="0" i="0" kern="1200" baseline="0" dirty="0">
              <a:sym typeface="Wingdings" panose="05000000000000000000" pitchFamily="2" charset="2"/>
            </a:rPr>
            <a:t></a:t>
          </a:r>
          <a:r>
            <a:rPr lang="en-US" sz="3200" b="0" i="0" kern="1200" baseline="0" dirty="0"/>
            <a:t> slow responses</a:t>
          </a:r>
          <a:endParaRPr lang="en-US" sz="3200" kern="1200" dirty="0"/>
        </a:p>
      </dsp:txBody>
      <dsp:txXfrm>
        <a:off x="0" y="3856816"/>
        <a:ext cx="6949440" cy="963497"/>
      </dsp:txXfrm>
    </dsp:sp>
    <dsp:sp modelId="{3B24F463-E581-4A8A-A2A7-89A51E8ADE94}">
      <dsp:nvSpPr>
        <dsp:cNvPr id="0" name=""/>
        <dsp:cNvSpPr/>
      </dsp:nvSpPr>
      <dsp:spPr>
        <a:xfrm>
          <a:off x="0" y="4820314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02D86F-ED36-4576-92E5-11053C7E53D2}">
      <dsp:nvSpPr>
        <dsp:cNvPr id="0" name=""/>
        <dsp:cNvSpPr/>
      </dsp:nvSpPr>
      <dsp:spPr>
        <a:xfrm>
          <a:off x="0" y="4820314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Report parsing reliability</a:t>
          </a:r>
          <a:endParaRPr lang="en-US" sz="3200" kern="1200"/>
        </a:p>
      </dsp:txBody>
      <dsp:txXfrm>
        <a:off x="0" y="4820314"/>
        <a:ext cx="6949440" cy="96349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AE7D4-2004-4871-93B7-75C34BE30CBD}">
      <dsp:nvSpPr>
        <dsp:cNvPr id="0" name=""/>
        <dsp:cNvSpPr/>
      </dsp:nvSpPr>
      <dsp:spPr>
        <a:xfrm>
          <a:off x="210639" y="919680"/>
          <a:ext cx="912276" cy="9122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5EA2C-86EC-48B4-A05B-6182BFBCFD37}">
      <dsp:nvSpPr>
        <dsp:cNvPr id="0" name=""/>
        <dsp:cNvSpPr/>
      </dsp:nvSpPr>
      <dsp:spPr>
        <a:xfrm>
          <a:off x="402217" y="1111258"/>
          <a:ext cx="529120" cy="529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5CBB7-61FC-4B1A-8024-6D0986527513}">
      <dsp:nvSpPr>
        <dsp:cNvPr id="0" name=""/>
        <dsp:cNvSpPr/>
      </dsp:nvSpPr>
      <dsp:spPr>
        <a:xfrm>
          <a:off x="1318403" y="919680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Fully working multi-feature AI web app</a:t>
          </a:r>
          <a:endParaRPr lang="en-US" sz="1800" b="1" kern="1200"/>
        </a:p>
      </dsp:txBody>
      <dsp:txXfrm>
        <a:off x="1318403" y="919680"/>
        <a:ext cx="2150365" cy="912276"/>
      </dsp:txXfrm>
    </dsp:sp>
    <dsp:sp modelId="{169D7CDD-B27B-4F96-8BE3-AF3884FEF23B}">
      <dsp:nvSpPr>
        <dsp:cNvPr id="0" name=""/>
        <dsp:cNvSpPr/>
      </dsp:nvSpPr>
      <dsp:spPr>
        <a:xfrm>
          <a:off x="3843453" y="919680"/>
          <a:ext cx="912276" cy="9122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9473BA-9B01-46B5-AB0F-7A915DA4F5FE}">
      <dsp:nvSpPr>
        <dsp:cNvPr id="0" name=""/>
        <dsp:cNvSpPr/>
      </dsp:nvSpPr>
      <dsp:spPr>
        <a:xfrm>
          <a:off x="4035031" y="1111258"/>
          <a:ext cx="529120" cy="529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E0682-3365-45F7-8228-749348824AB6}">
      <dsp:nvSpPr>
        <dsp:cNvPr id="0" name=""/>
        <dsp:cNvSpPr/>
      </dsp:nvSpPr>
      <dsp:spPr>
        <a:xfrm>
          <a:off x="4951217" y="919680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Team collaboration</a:t>
          </a:r>
          <a:endParaRPr lang="en-US" sz="1800" b="1" kern="1200"/>
        </a:p>
      </dsp:txBody>
      <dsp:txXfrm>
        <a:off x="4951217" y="919680"/>
        <a:ext cx="2150365" cy="912276"/>
      </dsp:txXfrm>
    </dsp:sp>
    <dsp:sp modelId="{2A7872A4-432E-4C6E-8441-C04EB3E02850}">
      <dsp:nvSpPr>
        <dsp:cNvPr id="0" name=""/>
        <dsp:cNvSpPr/>
      </dsp:nvSpPr>
      <dsp:spPr>
        <a:xfrm>
          <a:off x="7476268" y="919680"/>
          <a:ext cx="912276" cy="91227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3F25D-3A12-4844-B64B-3E9A2503C793}">
      <dsp:nvSpPr>
        <dsp:cNvPr id="0" name=""/>
        <dsp:cNvSpPr/>
      </dsp:nvSpPr>
      <dsp:spPr>
        <a:xfrm>
          <a:off x="7667846" y="1111258"/>
          <a:ext cx="529120" cy="529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B0A9E-7C42-40DA-92AB-CFB7B934619C}">
      <dsp:nvSpPr>
        <dsp:cNvPr id="0" name=""/>
        <dsp:cNvSpPr/>
      </dsp:nvSpPr>
      <dsp:spPr>
        <a:xfrm>
          <a:off x="8584032" y="919680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Clean UI + responsive design</a:t>
          </a:r>
          <a:endParaRPr lang="en-US" sz="1800" b="1" kern="1200"/>
        </a:p>
      </dsp:txBody>
      <dsp:txXfrm>
        <a:off x="8584032" y="919680"/>
        <a:ext cx="2150365" cy="912276"/>
      </dsp:txXfrm>
    </dsp:sp>
    <dsp:sp modelId="{BF6CEA8A-1FC3-447E-8844-19A21C435236}">
      <dsp:nvSpPr>
        <dsp:cNvPr id="0" name=""/>
        <dsp:cNvSpPr/>
      </dsp:nvSpPr>
      <dsp:spPr>
        <a:xfrm>
          <a:off x="210639" y="2582397"/>
          <a:ext cx="912276" cy="91227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7FFADE-A413-4181-9F8E-009DFD1B5F07}">
      <dsp:nvSpPr>
        <dsp:cNvPr id="0" name=""/>
        <dsp:cNvSpPr/>
      </dsp:nvSpPr>
      <dsp:spPr>
        <a:xfrm>
          <a:off x="402217" y="2773975"/>
          <a:ext cx="529120" cy="5291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A4362-BF71-4C61-B94C-4183E8D4B0A3}">
      <dsp:nvSpPr>
        <dsp:cNvPr id="0" name=""/>
        <dsp:cNvSpPr/>
      </dsp:nvSpPr>
      <dsp:spPr>
        <a:xfrm>
          <a:off x="1318403" y="2582397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Realistic non-medical AI support</a:t>
          </a:r>
          <a:endParaRPr lang="en-US" sz="1800" b="1" kern="1200"/>
        </a:p>
      </dsp:txBody>
      <dsp:txXfrm>
        <a:off x="1318403" y="2582397"/>
        <a:ext cx="2150365" cy="912276"/>
      </dsp:txXfrm>
    </dsp:sp>
    <dsp:sp modelId="{7E707139-3476-49FA-8918-72D585C4A3D7}">
      <dsp:nvSpPr>
        <dsp:cNvPr id="0" name=""/>
        <dsp:cNvSpPr/>
      </dsp:nvSpPr>
      <dsp:spPr>
        <a:xfrm>
          <a:off x="3843453" y="2582397"/>
          <a:ext cx="912276" cy="91227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6F79C-080F-4570-A4F9-B12F5B46E833}">
      <dsp:nvSpPr>
        <dsp:cNvPr id="0" name=""/>
        <dsp:cNvSpPr/>
      </dsp:nvSpPr>
      <dsp:spPr>
        <a:xfrm>
          <a:off x="4035031" y="2773975"/>
          <a:ext cx="529120" cy="5291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C938D-B736-4DA6-A579-2637F84891C3}">
      <dsp:nvSpPr>
        <dsp:cNvPr id="0" name=""/>
        <dsp:cNvSpPr/>
      </dsp:nvSpPr>
      <dsp:spPr>
        <a:xfrm>
          <a:off x="4951217" y="2582397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Report parsing system</a:t>
          </a:r>
          <a:endParaRPr lang="en-US" sz="1800" b="1" kern="1200"/>
        </a:p>
      </dsp:txBody>
      <dsp:txXfrm>
        <a:off x="4951217" y="2582397"/>
        <a:ext cx="2150365" cy="912276"/>
      </dsp:txXfrm>
    </dsp:sp>
    <dsp:sp modelId="{C2DA9B32-F99B-42A6-8191-3397C098F7C4}">
      <dsp:nvSpPr>
        <dsp:cNvPr id="0" name=""/>
        <dsp:cNvSpPr/>
      </dsp:nvSpPr>
      <dsp:spPr>
        <a:xfrm>
          <a:off x="7476268" y="2582397"/>
          <a:ext cx="912276" cy="9122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E6B44-EEE8-4E49-827F-5A5F400200FB}">
      <dsp:nvSpPr>
        <dsp:cNvPr id="0" name=""/>
        <dsp:cNvSpPr/>
      </dsp:nvSpPr>
      <dsp:spPr>
        <a:xfrm>
          <a:off x="7667846" y="2773975"/>
          <a:ext cx="529120" cy="5291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216B7-8BDC-412E-AFF7-2E38877BD783}">
      <dsp:nvSpPr>
        <dsp:cNvPr id="0" name=""/>
        <dsp:cNvSpPr/>
      </dsp:nvSpPr>
      <dsp:spPr>
        <a:xfrm>
          <a:off x="8584032" y="2582397"/>
          <a:ext cx="2150365" cy="912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Successfully deployed frontend + backend</a:t>
          </a:r>
          <a:endParaRPr lang="en-US" sz="1800" b="1" kern="1200"/>
        </a:p>
      </dsp:txBody>
      <dsp:txXfrm>
        <a:off x="8584032" y="2582397"/>
        <a:ext cx="2150365" cy="912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D8698-C0C4-4BFD-997A-2995B342207E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49146-5D45-4CCE-B4CC-BF7D86A5C0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58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49146-5D45-4CCE-B4CC-BF7D86A5C09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051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6F7A4-3195-5A75-F008-38645794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1A127-4742-2998-7E69-4C103EF81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29EFB-BBD4-499A-8366-0CB1C474A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A89FE-7DE2-3361-4847-01835B1EE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49146-5D45-4CCE-B4CC-BF7D86A5C09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41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92B76-9372-9A79-1027-E8CD38D9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76E44-709F-7DE5-7F1F-3EAE9BD11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8FC02-C5DB-678C-B2C7-EF3ECFAC9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4CC73-E9BF-AB99-E102-0B412D5DC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49146-5D45-4CCE-B4CC-BF7D86A5C09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36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719-19EB-4EF7-92D7-356F8CBF556E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3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ED3AB-CA13-45FB-BD10-AE4CF569C5A3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6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9C6C-EEB2-48FC-9337-8C41E23B8B47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9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14F42-38ED-4ABC-BB32-9477C555750D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6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5A4E-8677-4600-88FC-0331F1C21D3F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2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BCA91-B8AF-4B8D-91B7-C97AC5697612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0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3FD7-5F57-4EA9-8460-5118DB630077}" type="datetime1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2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7CDA-B56A-4DFC-8C3A-4D4BCC566581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9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F40C2-A9F9-4864-8944-2E238A6CA0F5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99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5D33-D446-4543-9EE3-68693025F1EE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2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AAFF-3FD7-47F8-AE2D-9BFC9E6AF9F5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1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E004D64-2153-4662-8197-F2869884AB6A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HEC - Generative AI Training (Hackathon)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1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58CD-B74B-C2BF-9D82-93D99E2FA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5" y="1129554"/>
            <a:ext cx="4892473" cy="3475236"/>
          </a:xfrm>
        </p:spPr>
        <p:txBody>
          <a:bodyPr anchor="t">
            <a:normAutofit/>
          </a:bodyPr>
          <a:lstStyle/>
          <a:p>
            <a:r>
              <a:rPr lang="en-GB" sz="5400" dirty="0"/>
              <a:t>AI Well-Being Companion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0FB30-B8F6-EFFE-1C9F-374A2B6C7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8621" y="3268297"/>
            <a:ext cx="4708144" cy="183202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GB" sz="2000" dirty="0"/>
              <a:t>Mental Wellness and Fitness Coach</a:t>
            </a:r>
          </a:p>
          <a:p>
            <a:pPr>
              <a:lnSpc>
                <a:spcPct val="110000"/>
              </a:lnSpc>
            </a:pPr>
            <a:endParaRPr lang="en-GB" sz="2000" dirty="0"/>
          </a:p>
          <a:p>
            <a:pPr>
              <a:lnSpc>
                <a:spcPct val="110000"/>
              </a:lnSpc>
            </a:pPr>
            <a:r>
              <a:rPr lang="en-GB" sz="2000" dirty="0"/>
              <a:t>Generative AI Training </a:t>
            </a:r>
            <a:br>
              <a:rPr lang="en-GB" sz="2000" dirty="0"/>
            </a:br>
            <a:r>
              <a:rPr lang="en-GB" sz="2000" dirty="0"/>
              <a:t>Hackathon Project</a:t>
            </a:r>
          </a:p>
        </p:txBody>
      </p:sp>
      <p:pic>
        <p:nvPicPr>
          <p:cNvPr id="4" name="Picture 3" descr="A robot using a laptop sitting on a blue chair">
            <a:extLst>
              <a:ext uri="{FF2B5EF4-FFF2-40B4-BE49-F238E27FC236}">
                <a16:creationId xmlns:a16="http://schemas.microsoft.com/office/drawing/2014/main" id="{58CA7FD2-32DC-1733-E7B3-16E7B3794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066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3BD1A-65DB-5591-C7D9-70A996D5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C78F-EEC5-4B89-82BE-8E2745A7E949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2C606-836D-2649-542E-6860ED7B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38090-A56D-9BF1-C4AD-1CC9C756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4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20CB1-FC1E-3542-EC1B-2E8955225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About Project</a:t>
            </a:r>
            <a:endParaRPr lang="en-GB" sz="4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0291-DDA9-9F85-87C3-1736BA11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4ED3AB-CA13-45FB-BD10-AE4CF569C5A3}" type="datetime1">
              <a:rPr lang="en-US" smtClean="0"/>
              <a:pPr>
                <a:spcAft>
                  <a:spcPts val="600"/>
                </a:spcAft>
              </a:pPr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0973-6C5D-3EBE-697E-6880860AA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/>
              <a:t>HEC - Generative AI Training (Hackathon)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ACDCE-B6C2-3EC2-6478-1E9EAD38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BE3F2EB-BF78-D2D5-6626-64DE9A63EB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613300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246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A9B2-4185-F6D3-132E-FC8AD9E7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US" sz="3200"/>
              <a:t>Team Members &amp; Work Division</a:t>
            </a:r>
            <a:endParaRPr lang="en-GB" sz="3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D9227E-5266-FABF-F89D-7E874FD44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432339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A5456-212B-84A8-1E7B-7CC3C9C0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8422E-7466-48AB-B886-FD291ED8B0D7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5432E-CB36-1922-FE7B-0A23E787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HEC - Generative AI Training (Hackathon)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E0263-C403-7F25-3385-54325CDB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7993-445F-1047-C181-F1161F63E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/>
              <a:t>Problem Statement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E04489D-ECBF-A9F7-36EE-24D404BBB4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45156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FD816-62CC-24C0-5AA6-CE49CD4E7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4012-7CDB-45F0-A26D-772F68A9AC03}" type="datetime1">
              <a:rPr lang="en-US" smtClean="0"/>
              <a:t>11/23/2025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5360EF-8748-EF7B-2A76-5DA00BD7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HEC - Generative AI Training (Hackathon)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7FB41E-5B73-E664-540C-0730CBB6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9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0BD1-51EE-B9C4-0038-789BD879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GB" dirty="0"/>
              <a:t>Goals &amp; Scope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4881092-0C7E-E45D-4B1A-D1FCB7ABC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178770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9253A-2B16-05DC-4802-41D10237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F785-23CA-4BAB-BB08-F845BA53BA7F}" type="datetime1">
              <a:rPr lang="en-US" smtClean="0"/>
              <a:t>11/23/2025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4659C5-B030-A1E2-4374-E1CB1485B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4CD2E-E885-5B00-CEC2-6BA2748D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8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60BE-D2A7-BC83-5711-FD2FD7478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GB" dirty="0"/>
              <a:t>System Architecture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974D3038-9F06-E413-223F-2581280FB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287485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EA41E-C870-87FB-F8A5-4B7B058A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1E14F-6964-4056-9ACA-69B036061E88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5F45B-C894-643C-B867-7E8FD67B7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8D0B6-6233-E946-8157-E3C5CF34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1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9011-924C-486A-99C8-78D4177F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GB" dirty="0"/>
              <a:t>Features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2CD3B3-D07B-F104-4FF5-E16299B70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490986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4A6F2-E8EC-0C42-F978-4E6D71AF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332B4-17E9-47A8-BF50-58780E62FC6D}" type="datetime1">
              <a:rPr lang="en-US" smtClean="0"/>
              <a:t>11/23/2025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2DFC2C-B807-49AD-4D05-457332344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89890F-C8F9-6233-93F8-A02D3FDD8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1D74-915C-AAFC-913A-1E282D00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GB"/>
              <a:t>Mental Wellness Workflow</a:t>
            </a:r>
            <a:endParaRPr lang="en-GB" dirty="0"/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D7B5E05D-48EE-7C5F-B45A-115AECA3F8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959849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A537F-E4C6-7ADC-08D6-C8882F98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AD22-1303-4BCF-98F0-15E67641C87F}" type="datetime1">
              <a:rPr lang="en-US" smtClean="0"/>
              <a:t>11/23/2025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A9B426-3902-D28F-8B02-04BAEF161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HEC - Generative AI Training (Hackathon)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5B2270-2A97-04B3-0BAE-1B04DBBD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59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828A-4393-3B20-345D-AD7297627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GB" dirty="0"/>
              <a:t>Fitness Coach Workflow</a:t>
            </a:r>
            <a:endParaRPr lang="en-GB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7EBA797-2403-E94D-DEC8-57E1978D8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8545488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2BE99-2DE4-8BBF-4841-146D6ABE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8CBFA-7D11-42A5-A9F2-6580A53BB1F4}" type="datetime1">
              <a:rPr lang="en-US" smtClean="0"/>
              <a:t>11/23/2025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5D1BC5A-46A1-C48A-EF78-C0534292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C8BB6-0594-C151-CB19-D5E6739D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57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B2DFE-67D9-63DC-F6EF-E9D80DDA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/>
              <a:t>AI Chatbox &amp; Upload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AFD2A47-9F78-0ACF-A5E9-47D7593B8D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913829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0DCC0-24CC-F979-AE69-20A3A45A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3A02-3371-4338-9323-88B38369D000}" type="datetime1">
              <a:rPr lang="en-US" smtClean="0"/>
              <a:t>11/23/2025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367270-B5F0-40A0-94F4-FFBAF607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HEC - Generative AI Training (Hackathon)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2622AD-AF39-75C4-D95F-27BEFDAE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41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9D9B-E28D-80E9-D40C-721565E9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GB"/>
              <a:t>Tech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6F15F3-D5B8-6BE4-4925-7910DE71EF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673771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4C873-CCED-C1F9-FD24-6FDFA4FB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4FFB-EE92-4E23-92C8-4DB3A7750409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0C531-FED0-D328-E993-B9CCB967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27BE0-10AF-1AD4-1C24-8C1ECB69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24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B706-8CC9-694B-B37D-E6EE0005F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/>
              <a:t>Challenges</a:t>
            </a: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A3BD8BB2-A0FD-9692-601F-314F3206BA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23808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430F9-486D-2488-99DC-82C891DE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B0FC-736B-406D-943F-3BD329591077}" type="datetime1">
              <a:rPr lang="en-US" smtClean="0"/>
              <a:t>11/23/2025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42F6E3-07F4-3CA3-4EC7-0F06D2B21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DBB519-00CB-CEE8-01F0-301273CB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4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ACE47-0392-05E4-4E60-9DE33F7B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GB"/>
              <a:t>Achievements</a:t>
            </a:r>
            <a:endParaRPr lang="en-GB" dirty="0"/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051E4D2E-D752-0E44-4E05-14F24E398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055143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1C115-4062-DA7E-E56A-D943AFD7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A4917-D2EE-460E-BB7A-07145B79D967}" type="datetime1">
              <a:rPr lang="en-US" smtClean="0"/>
              <a:t>11/23/2025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4066DE-9AC0-079E-3CAA-8B83FDE6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12587C-0B7B-9D11-CF99-257999D6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49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E7AC1E2-CAF0-6882-FE03-C39659CF9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62298-6517-AC86-EF33-280480210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2" y="14019"/>
            <a:ext cx="12177177" cy="8580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Screens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201E0B-3189-59A4-870A-0E1067FD69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61" r="16562" b="1"/>
          <a:stretch>
            <a:fillRect/>
          </a:stretch>
        </p:blipFill>
        <p:spPr>
          <a:xfrm>
            <a:off x="920097" y="3983560"/>
            <a:ext cx="5159929" cy="2860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453332-0D48-74C6-DBF4-4FC18ACFF7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" t="188" r="-358" b="-188"/>
          <a:stretch>
            <a:fillRect/>
          </a:stretch>
        </p:blipFill>
        <p:spPr>
          <a:xfrm>
            <a:off x="934920" y="911921"/>
            <a:ext cx="5191878" cy="30748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54EC3B-DCA6-A0D8-65F8-38987CE27E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7362" b="62139"/>
          <a:stretch>
            <a:fillRect/>
          </a:stretch>
        </p:blipFill>
        <p:spPr>
          <a:xfrm>
            <a:off x="6065203" y="3983560"/>
            <a:ext cx="5191877" cy="20023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117302-7179-1C0D-9611-49EEED77E2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677" r="24294"/>
          <a:stretch>
            <a:fillRect/>
          </a:stretch>
        </p:blipFill>
        <p:spPr>
          <a:xfrm>
            <a:off x="6080026" y="913550"/>
            <a:ext cx="5191877" cy="3071639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EB8AA5-8D2D-5298-F938-F5628C415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236DE-DDA6-4F8C-95B7-081A7D8DD867}" type="datetime1">
              <a:rPr lang="en-US" smtClean="0"/>
              <a:t>11/23/2025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FC2C02-ED85-162B-B2E7-FC5C6DEFC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HEC - Generative AI Training (Hackathon)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6B8F5EB-441C-5ECD-A5AD-72FB1184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49F3A-DC30-2A5B-FEE4-1A4EF5F5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2207B-75C6-EE20-8EB6-55F561B4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dirty="0"/>
              <a:t>Deployment on </a:t>
            </a:r>
            <a:r>
              <a:rPr lang="en-US" sz="3700" dirty="0" err="1"/>
              <a:t>Vercel</a:t>
            </a:r>
            <a:r>
              <a:rPr lang="en-US" sz="3700" dirty="0"/>
              <a:t> and Render</a:t>
            </a:r>
          </a:p>
        </p:txBody>
      </p:sp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68A96F82-E28C-BD9B-E481-B95C01E64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40" y="2362952"/>
            <a:ext cx="5567617" cy="2449751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D9D6DF4-9670-6389-DB32-F2123D8D2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024" y="2362952"/>
            <a:ext cx="5625723" cy="2081518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AED94A-9D37-A447-1135-73825310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6472-2F81-4214-BFA0-E39D5D1D71D8}" type="datetime1">
              <a:rPr lang="en-US" smtClean="0"/>
              <a:t>11/23/2025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37AE8B8-F25F-CD34-BFDA-E55339313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68C4929-6673-A9D2-F657-CDB08C98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9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C4E9E-C9DA-2AAB-C43C-81830A10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0D775-EF1B-83A9-23C2-EDD59F80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Demo</a:t>
            </a:r>
          </a:p>
        </p:txBody>
      </p:sp>
      <p:pic>
        <p:nvPicPr>
          <p:cNvPr id="29" name="Graphic 28" descr="Play">
            <a:extLst>
              <a:ext uri="{FF2B5EF4-FFF2-40B4-BE49-F238E27FC236}">
                <a16:creationId xmlns:a16="http://schemas.microsoft.com/office/drawing/2014/main" id="{DD30F275-BFCB-1F82-75A9-4724953DA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0769" y="1429352"/>
            <a:ext cx="4330461" cy="4330461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5FB042B-8E6D-C476-1936-B29FB083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956472-2F81-4214-BFA0-E39D5D1D71D8}" type="datetime1">
              <a:rPr lang="en-US" smtClean="0"/>
              <a:pPr>
                <a:spcAft>
                  <a:spcPts val="600"/>
                </a:spcAft>
              </a:pPr>
              <a:t>11/23/2025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EE82C27-749F-3DFD-7699-442E998E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HEC - Generative AI Training (Hackathon)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4404922-B7D7-E7EF-0984-FCFCBFFA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7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9BDD0-9E5E-F4C4-149F-743D149E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6F7541B9-75E0-652B-418D-A33FA44C2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769" y="1429352"/>
            <a:ext cx="4330461" cy="43304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3A6C5-7C59-ED3F-A819-BAE4A610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75FE-5E0E-4164-AA86-495CB6C330EB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4AAE6-F9CD-6B4A-2A2C-0A633084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HEC - Generative AI Training (Hackathon)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F03B6-4CCC-DC13-6B6F-93F96024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</TotalTime>
  <Words>643</Words>
  <Application>Microsoft Office PowerPoint</Application>
  <PresentationFormat>Widescreen</PresentationFormat>
  <Paragraphs>135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Neue Haas Grotesk Text Pro</vt:lpstr>
      <vt:lpstr>Wingdings</vt:lpstr>
      <vt:lpstr>VanillaVTI</vt:lpstr>
      <vt:lpstr>AI Well-Being Companion</vt:lpstr>
      <vt:lpstr>About Project</vt:lpstr>
      <vt:lpstr>Team Members &amp; Work Division</vt:lpstr>
      <vt:lpstr>Problem Statement</vt:lpstr>
      <vt:lpstr>Goals &amp; Scope</vt:lpstr>
      <vt:lpstr>System Architecture</vt:lpstr>
      <vt:lpstr>Features</vt:lpstr>
      <vt:lpstr>Mental Wellness Workflow</vt:lpstr>
      <vt:lpstr>Fitness Coach Workflow</vt:lpstr>
      <vt:lpstr>AI Chatbox &amp; Upload</vt:lpstr>
      <vt:lpstr>Tech Stack</vt:lpstr>
      <vt:lpstr>Challenges</vt:lpstr>
      <vt:lpstr>Achievements</vt:lpstr>
      <vt:lpstr>Screens</vt:lpstr>
      <vt:lpstr>Deployment on Vercel and Render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Junaid Nazar</dc:creator>
  <cp:lastModifiedBy>M Junaid Nazar</cp:lastModifiedBy>
  <cp:revision>17</cp:revision>
  <dcterms:created xsi:type="dcterms:W3CDTF">2025-11-23T06:09:15Z</dcterms:created>
  <dcterms:modified xsi:type="dcterms:W3CDTF">2025-11-23T12:58:22Z</dcterms:modified>
</cp:coreProperties>
</file>